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Fira Code" panose="020B0809050000020004" pitchFamily="49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i53n/89aowlbuJ1PfLfonldN+Q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2ACEF2-4348-4DC3-B59B-776DEF1ACBC9}">
  <a:tblStyle styleId="{2E2ACEF2-4348-4DC3-B59B-776DEF1ACBC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9.fntdata"/><Relationship Id="rId21" Type="http://schemas.openxmlformats.org/officeDocument/2006/relationships/slide" Target="slides/slide17.xml"/><Relationship Id="rId34" Type="http://schemas.openxmlformats.org/officeDocument/2006/relationships/font" Target="fonts/font4.fntdata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0" Type="http://schemas.openxmlformats.org/officeDocument/2006/relationships/slide" Target="slides/slide16.xml"/><Relationship Id="rId4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235a5df4d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235a5df4d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4658a1e4f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4658a1e4f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4658a1e4f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4658a1e4f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4658a1e4fc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14658a1e4fc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4658a1e4fc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14658a1e4fc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658a1e4fc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14658a1e4fc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4658a1e4f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14658a1e4f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4658a1e4f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14658a1e4fc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4658a1e4fc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4658a1e4fc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4658a1e4fc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14658a1e4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658a1e4f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14658a1e4fc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4658a1e4fc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14658a1e4fc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4658a1e4f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14658a1e4fc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4658a1e4fc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14658a1e4fc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4658a1e4fc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14658a1e4fc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4658a1e4fc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14658a1e4fc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4658a1e4fc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14658a1e4fc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Funções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como funcionam as funções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Estudo aprofundado sobre funções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Estudo aprofundado sobre funções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Função é um bloco de código identificado por um nome e pode receber uma lista de parâmetros, esses parâmetros podem ou não ter valores padrões. Usar funções torna o código mais legível e possibilita o reaproveitamento de código. Programar baseado em funções, é o mesmo que dizer que estamos programando de maneira estruturada.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funções?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35a5df4d9_0_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235a5df4d9_0_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235a5df4d9_0_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235a5df4d9_0_38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():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"Olá mundo!"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exibir_mensagem_2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(nome):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f"Seja bem vindo 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{nome}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exibir_mensagem_3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(nome=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"Anônimo"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):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f"Seja bem vindo 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{nome}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exibir_mensagem()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exibir_mensagem_2(nome=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exibir_mensagem_3()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exibir_mensagem_3(nome=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3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4658a1e4fc_0_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Para retornar um valor, utilizamos a palavra reservada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Toda função Python retorna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por padrão. Diferente de outras linguagens de programação, em Python uma função pode retornar mais de um valor.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4658a1e4fc_0_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Retornando valores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4658a1e4fc_0_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4658a1e4fc_0_1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4658a1e4fc_0_1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g14658a1e4fc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0" name="Google Shape;120;g14658a1e4fc_0_11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calcular_total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(numeros):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sum(numeros)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retorna_antecessor_e_sucessor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(numero):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antecessor = numero -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sucessor = numero +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antecessor, sucessor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calcular_total([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64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retorna_antecessor_e_sucessor(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(9, 11)</a:t>
                      </a:r>
                      <a:endParaRPr sz="13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4658a1e4fc_0_1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Funções também podem ser chamadas usando argumentos nomeados da forma chave=valor.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14658a1e4fc_0_1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Argumentos nomeados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7" name="Google Shape;127;g14658a1e4fc_0_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4658a1e4fc_0_2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14658a1e4fc_0_2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g14658a1e4fc_0_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5" name="Google Shape;135;g14658a1e4fc_0_25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salvar_carro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(marca, modelo, ano, placa):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salva carro no banco de dados...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f"Carro inserido com sucesso!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{marca}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{modelo}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{ano}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{placa}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salvar_carro(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salvar_carro(marca=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modelo=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ano=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placa=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salvar_carro(**{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"marca"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"modelo"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"ano"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"placa"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})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Carro inserido com sucesso! Fiat/Palio/1999/ABC-1234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4658a1e4fc_0_3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Podemos combinar parâmetros obrigatórios com args e kwargs. Quando esses são definidos (*args e **kwargs), o método recebe os valores como tupla e dicionário respectivamente.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14658a1e4fc_0_3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Args e kwargs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g14658a1e4fc_0_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658a1e4fc_0_4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658a1e4fc_0_4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g14658a1e4fc_0_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0" name="Google Shape;150;g14658a1e4fc_0_41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exibir_poema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(data_extenso, *args, **kwargs):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texto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"\n"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.join(args)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meta_dados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"\n"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.join([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{chave.title()}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{valor}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chave, valor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kwargs.items()])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mensagem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{data_extenso}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\n\n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{texto}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\n\n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{meta_dados}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print(mensagem)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exibir_poema(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"Zen of 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"Beautiful is better than ugly."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autor=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"Tim Peters"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ano=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4658a1e4fc_0_6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 padrão, argumentos podem ser passados para uma função Python tanto por posição quanto explicitamente pelo nome. Para uma melhor legibilidade e desempenho, faz sentido restringir a maneira pelo qual argumentos possam ser passados, assim um desenvolvedor precisa apenas olhar para a definição da função para determinar se os itens são passados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 posição, por posição e nome, ou por nome.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14658a1e4fc_0_6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Parâmetros especiais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g14658a1e4fc_0_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4658a1e4fc_0_7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pic>
        <p:nvPicPr>
          <p:cNvPr id="163" name="Google Shape;163;g14658a1e4fc_0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50" y="1881188"/>
            <a:ext cx="773430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4658a1e4fc_0_7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4658a1e4fc_0_7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Positional only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g14658a1e4fc_0_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71" name="Google Shape;171;g14658a1e4fc_0_7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(modelo, ano, placa, /, marca, motor, combustivel):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print(modelo, ano, placa, marca, motor, combustivel)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válido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criar_carro(modelo=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ano=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placa=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inválido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58a1e4fc_0_8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14658a1e4fc_0_8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Keyword only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g14658a1e4fc_0_8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79" name="Google Shape;179;g14658a1e4fc_0_84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(*, modelo, ano, placa, marca, motor, combustivel):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print(modelo, ano, placa, marca, motor, combustivel)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criar_carro(modelo=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ano=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placa=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válido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inválido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58a1e4fc_0_9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14658a1e4fc_0_9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Keyword and positional only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6" name="Google Shape;186;g14658a1e4fc_0_9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7" name="Google Shape;187;g14658a1e4fc_0_9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(modelo, ano, placa, /, *, marca, motor, combustivel):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print(modelo, ano, placa, marca, motor, combustivel)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válido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criar_carro(modelo=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ano=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placa=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inválido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4658a1e4fc_0_10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Python tudo é objeto, dessa forma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funções também são objetos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 que as tornam objetos de primeira classe. Com isso podemos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atribuir funções a variáveis, passá-las como parâmetro para funções, usá-las como valores em estruturas de dados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(listas, tuplas, dicionários, etc) e usar como valor de retorno para uma função (closures).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14658a1e4fc_0_10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Objetos de primeira 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4" name="Google Shape;194;g14658a1e4fc_0_10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658a1e4fc_0_10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14658a1e4fc_0_10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1" name="Google Shape;201;g14658a1e4fc_0_10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02" name="Google Shape;202;g14658a1e4fc_0_10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(a, b):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 + b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exibir_resultado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(a, b, funcao):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resultado = funcao(a, b)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f"O resultado da operação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+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{b}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{resultado}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exibir_resultado(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somar)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O resultado da operação 10 + 10 = 20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4658a1e4fc_0_11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trabalha com escopo local e global, dentro do bloco da função o escopo é local. Portanto alterações ali feitas em objetos imutáveis serão perdidas quando o método terminar de ser executado. Para usar objetos globais utilizamos a palavra-chave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que informa ao interpretador que a variável que está sendo manipulada no escopo local é global. Essa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NÃO é uma boa prática e deve ser evitada.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14658a1e4fc_0_11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Escopo local e escopo global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9" name="Google Shape;209;g14658a1e4fc_0_1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658a1e4fc_0_12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14658a1e4fc_0_12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g14658a1e4fc_0_1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7" name="Google Shape;217;g14658a1e4fc_0_121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salario 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2000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salario_bonus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(bonus):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global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salario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salario += bonus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salario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salario_bonus(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2500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4658a1e4fc_0_5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g14658a1e4fc_0_5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14658a1e4fc_0_5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Estudo aprofundado sobre funções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14658a1e4fc_0_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2" name="Google Shape;232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39" name="Google Shape;23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82CF8F-9161-4415-9650-118DF6CC3558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2.xml><?xml version="1.0" encoding="utf-8"?>
<ds:datastoreItem xmlns:ds="http://schemas.openxmlformats.org/officeDocument/2006/customXml" ds:itemID="{2D6F7C32-6434-4D8B-9E6F-C366C9A0DD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9110F8-CC9E-464A-BBFC-7104F10C0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25</Slides>
  <Notes>25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6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revision>1</cp:revision>
  <dcterms:modified xsi:type="dcterms:W3CDTF">2024-06-12T19:37:54Z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