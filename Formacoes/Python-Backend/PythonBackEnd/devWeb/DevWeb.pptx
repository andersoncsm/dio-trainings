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46"/>
  </p:notesMasterIdLst>
  <p:sldIdLst>
    <p:sldId id="260" r:id="rId5"/>
    <p:sldId id="277" r:id="rId6"/>
    <p:sldId id="263" r:id="rId7"/>
    <p:sldId id="264" r:id="rId8"/>
    <p:sldId id="265" r:id="rId9"/>
    <p:sldId id="266" r:id="rId10"/>
    <p:sldId id="360" r:id="rId11"/>
    <p:sldId id="363" r:id="rId12"/>
    <p:sldId id="361" r:id="rId13"/>
    <p:sldId id="362" r:id="rId14"/>
    <p:sldId id="364" r:id="rId15"/>
    <p:sldId id="365" r:id="rId16"/>
    <p:sldId id="366" r:id="rId17"/>
    <p:sldId id="367" r:id="rId18"/>
    <p:sldId id="368" r:id="rId19"/>
    <p:sldId id="369" r:id="rId20"/>
    <p:sldId id="326" r:id="rId21"/>
    <p:sldId id="371" r:id="rId22"/>
    <p:sldId id="372" r:id="rId23"/>
    <p:sldId id="373" r:id="rId24"/>
    <p:sldId id="374" r:id="rId25"/>
    <p:sldId id="327" r:id="rId26"/>
    <p:sldId id="370" r:id="rId27"/>
    <p:sldId id="376" r:id="rId28"/>
    <p:sldId id="375" r:id="rId29"/>
    <p:sldId id="377" r:id="rId30"/>
    <p:sldId id="378" r:id="rId31"/>
    <p:sldId id="379" r:id="rId32"/>
    <p:sldId id="380" r:id="rId33"/>
    <p:sldId id="381" r:id="rId34"/>
    <p:sldId id="382" r:id="rId35"/>
    <p:sldId id="384" r:id="rId36"/>
    <p:sldId id="383" r:id="rId37"/>
    <p:sldId id="386" r:id="rId38"/>
    <p:sldId id="385" r:id="rId39"/>
    <p:sldId id="387" r:id="rId40"/>
    <p:sldId id="388" r:id="rId41"/>
    <p:sldId id="389" r:id="rId42"/>
    <p:sldId id="390" r:id="rId43"/>
    <p:sldId id="275" r:id="rId44"/>
    <p:sldId id="290" r:id="rId4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Calibri Light" panose="020F0302020204030204" pitchFamily="34" charset="0"/>
      <p:regular r:id="rId51"/>
      <p:italic r:id="rId52"/>
    </p:embeddedFont>
    <p:embeddedFont>
      <p:font typeface="Century Gothic" panose="020B0502020202020204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78222-0ECE-19BF-0D06-55146FE4B128}" v="346" dt="2023-04-18T14:00:35.650"/>
    <p1510:client id="{59FC8BF6-E761-4394-81BE-DA2CF32DA88D}" v="6" dt="2023-06-06T15:15:58.654"/>
    <p1510:client id="{7FE32721-0804-C5F7-FEF2-A5F0F23050AC}" v="1" dt="2023-06-06T12:54:58.079"/>
    <p1510:client id="{723D2B0D-65D2-2A9F-7F72-0633A509818F}" v="601" dt="2023-04-25T20:47:31.791"/>
    <p1510:client id="{64458F9A-DD79-4BEA-7683-D98C4B00DC65}" v="193" dt="2023-10-18T19:49:43.755"/>
    <p1510:client id="{5EBC810B-0ED1-4C6B-9208-86AF80973768}" v="5" dt="2023-10-05T19:37:06.796"/>
    <p1510:client id="{725CC604-83FA-6898-961E-708894343FB5}" v="2575" dt="2023-07-24T20:20:52.149"/>
    <p1510:client id="{D475CCC4-3204-0CD3-50D0-418CF27B6C32}" v="107" dt="2023-05-24T18:43:14.958"/>
    <p1510:client id="{9F78E95D-00A8-E5A4-F5ED-FE1DE09DD6C2}" v="884" dt="2023-11-19T21:04:48.442"/>
    <p1510:client id="{A0776EAE-42AB-4C65-BC08-939AF109E4B0}" v="92" dt="2023-07-19T04:50:09.914"/>
    <p1510:client id="{A37FAD93-91EA-4162-3A07-C7FF376E34B4}" v="72" dt="2023-04-25T20:58:39.728"/>
    <p1510:client id="{A85A5485-2782-15ED-ACCE-C09C5F2E0968}" v="3" dt="2023-06-27T21:32:24.556"/>
    <p1510:client id="{CD8C164C-87A1-BB97-066D-0B7815837E4B}" v="25" dt="2023-04-10T20:44:03.814"/>
    <p1510:client id="{D6FC0B74-B10D-328D-3268-0E81D0ED3359}" v="1575" dt="2023-11-20T21:22:53.596"/>
    <p1510:client id="{F0B1B5D5-EE38-7455-F6C0-3D9834D2CB28}" v="282" dt="2023-06-06T14:25:43.820"/>
    <p1510:client id="{FCD01219-688B-AFD1-70F8-B45B0DB62BEC}" v="2991" dt="2023-07-19T06:56:25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53" y="7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7.fntdata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gui.ifsp11@gmail.com" userId="S::urn:spo:guest#gui.ifsp11@gmail.com::" providerId="AD" clId="Web-{725CC604-83FA-6898-961E-708894343FB5}"/>
    <pc:docChg chg="addSld delSld modSld sldOrd">
      <pc:chgData name="gui.ifsp11@gmail.com" userId="S::urn:spo:guest#gui.ifsp11@gmail.com::" providerId="AD" clId="Web-{725CC604-83FA-6898-961E-708894343FB5}" dt="2023-07-24T20:20:52.149" v="2493"/>
      <pc:docMkLst>
        <pc:docMk/>
      </pc:docMkLst>
      <pc:sldChg chg="modSp">
        <pc:chgData name="gui.ifsp11@gmail.com" userId="S::urn:spo:guest#gui.ifsp11@gmail.com::" providerId="AD" clId="Web-{725CC604-83FA-6898-961E-708894343FB5}" dt="2023-07-24T14:35:47.734" v="3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725CC604-83FA-6898-961E-708894343FB5}" dt="2023-07-24T14:35:47.734" v="3" actId="20577"/>
          <ac:spMkLst>
            <pc:docMk/>
            <pc:sldMk cId="0" sldId="260"/>
            <ac:spMk id="155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4:45:28.670" v="69" actId="20577"/>
        <pc:sldMkLst>
          <pc:docMk/>
          <pc:sldMk cId="0" sldId="263"/>
        </pc:sldMkLst>
        <pc:spChg chg="mod">
          <ac:chgData name="gui.ifsp11@gmail.com" userId="S::urn:spo:guest#gui.ifsp11@gmail.com::" providerId="AD" clId="Web-{725CC604-83FA-6898-961E-708894343FB5}" dt="2023-07-24T14:45:28.670" v="69" actId="20577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9:16:53.539" v="1540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725CC604-83FA-6898-961E-708894343FB5}" dt="2023-07-24T19:16:53.539" v="1540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9:16:45.992" v="1528" actId="20577"/>
        <pc:sldMkLst>
          <pc:docMk/>
          <pc:sldMk cId="0" sldId="265"/>
        </pc:sldMkLst>
        <pc:spChg chg="mod">
          <ac:chgData name="gui.ifsp11@gmail.com" userId="S::urn:spo:guest#gui.ifsp11@gmail.com::" providerId="AD" clId="Web-{725CC604-83FA-6898-961E-708894343FB5}" dt="2023-07-24T14:46:46.953" v="113" actId="20577"/>
          <ac:spMkLst>
            <pc:docMk/>
            <pc:sldMk cId="0" sldId="265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16:45.992" v="1528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9:29:56.803" v="1642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725CC604-83FA-6898-961E-708894343FB5}" dt="2023-07-24T14:47:56.798" v="176" actId="20577"/>
          <ac:spMkLst>
            <pc:docMk/>
            <pc:sldMk cId="0" sldId="26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29:56.803" v="1642" actId="20577"/>
          <ac:spMkLst>
            <pc:docMk/>
            <pc:sldMk cId="0" sldId="266"/>
            <ac:spMk id="204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4:36:38.782" v="52" actId="20577"/>
        <pc:sldMkLst>
          <pc:docMk/>
          <pc:sldMk cId="2315204132" sldId="277"/>
        </pc:sldMkLst>
        <pc:spChg chg="mod">
          <ac:chgData name="gui.ifsp11@gmail.com" userId="S::urn:spo:guest#gui.ifsp11@gmail.com::" providerId="AD" clId="Web-{725CC604-83FA-6898-961E-708894343FB5}" dt="2023-07-24T14:36:38.782" v="52" actId="20577"/>
          <ac:spMkLst>
            <pc:docMk/>
            <pc:sldMk cId="2315204132" sldId="277"/>
            <ac:spMk id="168" creationId="{00000000-0000-0000-0000-000000000000}"/>
          </ac:spMkLst>
        </pc:spChg>
      </pc:sldChg>
      <pc:sldChg chg="addSp delSp modSp">
        <pc:chgData name="gui.ifsp11@gmail.com" userId="S::urn:spo:guest#gui.ifsp11@gmail.com::" providerId="AD" clId="Web-{725CC604-83FA-6898-961E-708894343FB5}" dt="2023-07-24T14:55:13.402" v="557"/>
        <pc:sldMkLst>
          <pc:docMk/>
          <pc:sldMk cId="1541066508" sldId="285"/>
        </pc:sldMkLst>
        <pc:spChg chg="add del">
          <ac:chgData name="gui.ifsp11@gmail.com" userId="S::urn:spo:guest#gui.ifsp11@gmail.com::" providerId="AD" clId="Web-{725CC604-83FA-6898-961E-708894343FB5}" dt="2023-07-24T14:55:07.027" v="555"/>
          <ac:spMkLst>
            <pc:docMk/>
            <pc:sldMk cId="1541066508" sldId="285"/>
            <ac:spMk id="7" creationId="{BB288D03-6104-3D1D-EDB2-8A6E1B338ABA}"/>
          </ac:spMkLst>
        </pc:spChg>
        <pc:picChg chg="add mod">
          <ac:chgData name="gui.ifsp11@gmail.com" userId="S::urn:spo:guest#gui.ifsp11@gmail.com::" providerId="AD" clId="Web-{725CC604-83FA-6898-961E-708894343FB5}" dt="2023-07-24T14:54:53.293" v="552" actId="14100"/>
          <ac:picMkLst>
            <pc:docMk/>
            <pc:sldMk cId="1541066508" sldId="285"/>
            <ac:picMk id="2" creationId="{97778162-A406-6571-920A-CB26D551906C}"/>
          </ac:picMkLst>
        </pc:picChg>
        <pc:picChg chg="add del">
          <ac:chgData name="gui.ifsp11@gmail.com" userId="S::urn:spo:guest#gui.ifsp11@gmail.com::" providerId="AD" clId="Web-{725CC604-83FA-6898-961E-708894343FB5}" dt="2023-07-24T14:55:13.402" v="557"/>
          <ac:picMkLst>
            <pc:docMk/>
            <pc:sldMk cId="1541066508" sldId="285"/>
            <ac:picMk id="4" creationId="{FA29D308-D44E-E1FB-C5CA-9C1FD2699B3D}"/>
          </ac:picMkLst>
        </pc:picChg>
      </pc:sldChg>
      <pc:sldChg chg="del">
        <pc:chgData name="gui.ifsp11@gmail.com" userId="S::urn:spo:guest#gui.ifsp11@gmail.com::" providerId="AD" clId="Web-{725CC604-83FA-6898-961E-708894343FB5}" dt="2023-07-24T14:45:33.357" v="70"/>
        <pc:sldMkLst>
          <pc:docMk/>
          <pc:sldMk cId="3035913142" sldId="286"/>
        </pc:sldMkLst>
      </pc:sldChg>
      <pc:sldChg chg="modSp">
        <pc:chgData name="gui.ifsp11@gmail.com" userId="S::urn:spo:guest#gui.ifsp11@gmail.com::" providerId="AD" clId="Web-{725CC604-83FA-6898-961E-708894343FB5}" dt="2023-07-24T14:49:28.129" v="282" actId="20577"/>
        <pc:sldMkLst>
          <pc:docMk/>
          <pc:sldMk cId="2436521811" sldId="287"/>
        </pc:sldMkLst>
        <pc:spChg chg="mod">
          <ac:chgData name="gui.ifsp11@gmail.com" userId="S::urn:spo:guest#gui.ifsp11@gmail.com::" providerId="AD" clId="Web-{725CC604-83FA-6898-961E-708894343FB5}" dt="2023-07-24T14:49:28.129" v="282" actId="20577"/>
          <ac:spMkLst>
            <pc:docMk/>
            <pc:sldMk cId="2436521811" sldId="28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4:48:10.720" v="193" actId="20577"/>
          <ac:spMkLst>
            <pc:docMk/>
            <pc:sldMk cId="2436521811" sldId="287"/>
            <ac:spMk id="204" creationId="{00000000-0000-0000-0000-000000000000}"/>
          </ac:spMkLst>
        </pc:spChg>
      </pc:sldChg>
      <pc:sldChg chg="del">
        <pc:chgData name="gui.ifsp11@gmail.com" userId="S::urn:spo:guest#gui.ifsp11@gmail.com::" providerId="AD" clId="Web-{725CC604-83FA-6898-961E-708894343FB5}" dt="2023-07-24T14:52:09.304" v="437"/>
        <pc:sldMkLst>
          <pc:docMk/>
          <pc:sldMk cId="3813909641" sldId="288"/>
        </pc:sldMkLst>
      </pc:sldChg>
      <pc:sldChg chg="del">
        <pc:chgData name="gui.ifsp11@gmail.com" userId="S::urn:spo:guest#gui.ifsp11@gmail.com::" providerId="AD" clId="Web-{725CC604-83FA-6898-961E-708894343FB5}" dt="2023-07-24T14:53:31.728" v="515"/>
        <pc:sldMkLst>
          <pc:docMk/>
          <pc:sldMk cId="3380244535" sldId="289"/>
        </pc:sldMkLst>
      </pc:sldChg>
      <pc:sldChg chg="del">
        <pc:chgData name="gui.ifsp11@gmail.com" userId="S::urn:spo:guest#gui.ifsp11@gmail.com::" providerId="AD" clId="Web-{725CC604-83FA-6898-961E-708894343FB5}" dt="2023-07-24T14:53:38.463" v="516"/>
        <pc:sldMkLst>
          <pc:docMk/>
          <pc:sldMk cId="350892751" sldId="291"/>
        </pc:sldMkLst>
      </pc:sldChg>
      <pc:sldChg chg="del">
        <pc:chgData name="gui.ifsp11@gmail.com" userId="S::urn:spo:guest#gui.ifsp11@gmail.com::" providerId="AD" clId="Web-{725CC604-83FA-6898-961E-708894343FB5}" dt="2023-07-24T14:53:41.088" v="517"/>
        <pc:sldMkLst>
          <pc:docMk/>
          <pc:sldMk cId="1214662181" sldId="292"/>
        </pc:sldMkLst>
      </pc:sldChg>
      <pc:sldChg chg="del">
        <pc:chgData name="gui.ifsp11@gmail.com" userId="S::urn:spo:guest#gui.ifsp11@gmail.com::" providerId="AD" clId="Web-{725CC604-83FA-6898-961E-708894343FB5}" dt="2023-07-24T14:53:41.650" v="519"/>
        <pc:sldMkLst>
          <pc:docMk/>
          <pc:sldMk cId="3232525608" sldId="293"/>
        </pc:sldMkLst>
      </pc:sldChg>
      <pc:sldChg chg="del">
        <pc:chgData name="gui.ifsp11@gmail.com" userId="S::urn:spo:guest#gui.ifsp11@gmail.com::" providerId="AD" clId="Web-{725CC604-83FA-6898-961E-708894343FB5}" dt="2023-07-24T14:53:41.619" v="518"/>
        <pc:sldMkLst>
          <pc:docMk/>
          <pc:sldMk cId="1292702605" sldId="294"/>
        </pc:sldMkLst>
      </pc:sldChg>
      <pc:sldChg chg="del">
        <pc:chgData name="gui.ifsp11@gmail.com" userId="S::urn:spo:guest#gui.ifsp11@gmail.com::" providerId="AD" clId="Web-{725CC604-83FA-6898-961E-708894343FB5}" dt="2023-07-24T14:53:41.713" v="520"/>
        <pc:sldMkLst>
          <pc:docMk/>
          <pc:sldMk cId="2759990096" sldId="295"/>
        </pc:sldMkLst>
      </pc:sldChg>
      <pc:sldChg chg="del">
        <pc:chgData name="gui.ifsp11@gmail.com" userId="S::urn:spo:guest#gui.ifsp11@gmail.com::" providerId="AD" clId="Web-{725CC604-83FA-6898-961E-708894343FB5}" dt="2023-07-24T14:53:42.728" v="522"/>
        <pc:sldMkLst>
          <pc:docMk/>
          <pc:sldMk cId="1170869944" sldId="296"/>
        </pc:sldMkLst>
      </pc:sldChg>
      <pc:sldChg chg="del">
        <pc:chgData name="gui.ifsp11@gmail.com" userId="S::urn:spo:guest#gui.ifsp11@gmail.com::" providerId="AD" clId="Web-{725CC604-83FA-6898-961E-708894343FB5}" dt="2023-07-24T14:53:42.150" v="521"/>
        <pc:sldMkLst>
          <pc:docMk/>
          <pc:sldMk cId="1632331382" sldId="297"/>
        </pc:sldMkLst>
      </pc:sldChg>
      <pc:sldChg chg="del">
        <pc:chgData name="gui.ifsp11@gmail.com" userId="S::urn:spo:guest#gui.ifsp11@gmail.com::" providerId="AD" clId="Web-{725CC604-83FA-6898-961E-708894343FB5}" dt="2023-07-24T14:53:42.838" v="523"/>
        <pc:sldMkLst>
          <pc:docMk/>
          <pc:sldMk cId="703278229" sldId="298"/>
        </pc:sldMkLst>
      </pc:sldChg>
      <pc:sldChg chg="del">
        <pc:chgData name="gui.ifsp11@gmail.com" userId="S::urn:spo:guest#gui.ifsp11@gmail.com::" providerId="AD" clId="Web-{725CC604-83FA-6898-961E-708894343FB5}" dt="2023-07-24T14:53:43.416" v="524"/>
        <pc:sldMkLst>
          <pc:docMk/>
          <pc:sldMk cId="3331914111" sldId="299"/>
        </pc:sldMkLst>
      </pc:sldChg>
      <pc:sldChg chg="del">
        <pc:chgData name="gui.ifsp11@gmail.com" userId="S::urn:spo:guest#gui.ifsp11@gmail.com::" providerId="AD" clId="Web-{725CC604-83FA-6898-961E-708894343FB5}" dt="2023-07-24T14:53:43.494" v="525"/>
        <pc:sldMkLst>
          <pc:docMk/>
          <pc:sldMk cId="1995888206" sldId="300"/>
        </pc:sldMkLst>
      </pc:sldChg>
      <pc:sldChg chg="del">
        <pc:chgData name="gui.ifsp11@gmail.com" userId="S::urn:spo:guest#gui.ifsp11@gmail.com::" providerId="AD" clId="Web-{725CC604-83FA-6898-961E-708894343FB5}" dt="2023-07-24T14:53:44.963" v="528"/>
        <pc:sldMkLst>
          <pc:docMk/>
          <pc:sldMk cId="1132208312" sldId="301"/>
        </pc:sldMkLst>
      </pc:sldChg>
      <pc:sldChg chg="del">
        <pc:chgData name="gui.ifsp11@gmail.com" userId="S::urn:spo:guest#gui.ifsp11@gmail.com::" providerId="AD" clId="Web-{725CC604-83FA-6898-961E-708894343FB5}" dt="2023-07-24T14:53:44.275" v="527"/>
        <pc:sldMkLst>
          <pc:docMk/>
          <pc:sldMk cId="2061612397" sldId="302"/>
        </pc:sldMkLst>
      </pc:sldChg>
      <pc:sldChg chg="del">
        <pc:chgData name="gui.ifsp11@gmail.com" userId="S::urn:spo:guest#gui.ifsp11@gmail.com::" providerId="AD" clId="Web-{725CC604-83FA-6898-961E-708894343FB5}" dt="2023-07-24T14:53:43.650" v="526"/>
        <pc:sldMkLst>
          <pc:docMk/>
          <pc:sldMk cId="3306360464" sldId="303"/>
        </pc:sldMkLst>
      </pc:sldChg>
      <pc:sldChg chg="del">
        <pc:chgData name="gui.ifsp11@gmail.com" userId="S::urn:spo:guest#gui.ifsp11@gmail.com::" providerId="AD" clId="Web-{725CC604-83FA-6898-961E-708894343FB5}" dt="2023-07-24T14:53:51.166" v="534"/>
        <pc:sldMkLst>
          <pc:docMk/>
          <pc:sldMk cId="1786416513" sldId="304"/>
        </pc:sldMkLst>
      </pc:sldChg>
      <pc:sldChg chg="del">
        <pc:chgData name="gui.ifsp11@gmail.com" userId="S::urn:spo:guest#gui.ifsp11@gmail.com::" providerId="AD" clId="Web-{725CC604-83FA-6898-961E-708894343FB5}" dt="2023-07-24T14:53:46.197" v="530"/>
        <pc:sldMkLst>
          <pc:docMk/>
          <pc:sldMk cId="2988452638" sldId="305"/>
        </pc:sldMkLst>
      </pc:sldChg>
      <pc:sldChg chg="del">
        <pc:chgData name="gui.ifsp11@gmail.com" userId="S::urn:spo:guest#gui.ifsp11@gmail.com::" providerId="AD" clId="Web-{725CC604-83FA-6898-961E-708894343FB5}" dt="2023-07-24T14:53:45.557" v="529"/>
        <pc:sldMkLst>
          <pc:docMk/>
          <pc:sldMk cId="977383600" sldId="306"/>
        </pc:sldMkLst>
      </pc:sldChg>
      <pc:sldChg chg="del">
        <pc:chgData name="gui.ifsp11@gmail.com" userId="S::urn:spo:guest#gui.ifsp11@gmail.com::" providerId="AD" clId="Web-{725CC604-83FA-6898-961E-708894343FB5}" dt="2023-07-24T14:53:46.916" v="531"/>
        <pc:sldMkLst>
          <pc:docMk/>
          <pc:sldMk cId="2381509474" sldId="307"/>
        </pc:sldMkLst>
      </pc:sldChg>
      <pc:sldChg chg="del">
        <pc:chgData name="gui.ifsp11@gmail.com" userId="S::urn:spo:guest#gui.ifsp11@gmail.com::" providerId="AD" clId="Web-{725CC604-83FA-6898-961E-708894343FB5}" dt="2023-07-24T14:53:47.650" v="532"/>
        <pc:sldMkLst>
          <pc:docMk/>
          <pc:sldMk cId="301691224" sldId="308"/>
        </pc:sldMkLst>
      </pc:sldChg>
      <pc:sldChg chg="del">
        <pc:chgData name="gui.ifsp11@gmail.com" userId="S::urn:spo:guest#gui.ifsp11@gmail.com::" providerId="AD" clId="Web-{725CC604-83FA-6898-961E-708894343FB5}" dt="2023-07-24T14:53:48.025" v="533"/>
        <pc:sldMkLst>
          <pc:docMk/>
          <pc:sldMk cId="99139235" sldId="309"/>
        </pc:sldMkLst>
      </pc:sldChg>
      <pc:sldChg chg="del">
        <pc:chgData name="gui.ifsp11@gmail.com" userId="S::urn:spo:guest#gui.ifsp11@gmail.com::" providerId="AD" clId="Web-{725CC604-83FA-6898-961E-708894343FB5}" dt="2023-07-24T14:53:51.900" v="535"/>
        <pc:sldMkLst>
          <pc:docMk/>
          <pc:sldMk cId="1607397973" sldId="310"/>
        </pc:sldMkLst>
      </pc:sldChg>
      <pc:sldChg chg="del">
        <pc:chgData name="gui.ifsp11@gmail.com" userId="S::urn:spo:guest#gui.ifsp11@gmail.com::" providerId="AD" clId="Web-{725CC604-83FA-6898-961E-708894343FB5}" dt="2023-07-24T14:53:52.776" v="536"/>
        <pc:sldMkLst>
          <pc:docMk/>
          <pc:sldMk cId="2184875645" sldId="311"/>
        </pc:sldMkLst>
      </pc:sldChg>
      <pc:sldChg chg="del">
        <pc:chgData name="gui.ifsp11@gmail.com" userId="S::urn:spo:guest#gui.ifsp11@gmail.com::" providerId="AD" clId="Web-{725CC604-83FA-6898-961E-708894343FB5}" dt="2023-07-24T14:53:53.619" v="537"/>
        <pc:sldMkLst>
          <pc:docMk/>
          <pc:sldMk cId="1212098172" sldId="312"/>
        </pc:sldMkLst>
      </pc:sldChg>
      <pc:sldChg chg="del">
        <pc:chgData name="gui.ifsp11@gmail.com" userId="S::urn:spo:guest#gui.ifsp11@gmail.com::" providerId="AD" clId="Web-{725CC604-83FA-6898-961E-708894343FB5}" dt="2023-07-24T14:53:53.635" v="538"/>
        <pc:sldMkLst>
          <pc:docMk/>
          <pc:sldMk cId="25838545" sldId="313"/>
        </pc:sldMkLst>
      </pc:sldChg>
      <pc:sldChg chg="del">
        <pc:chgData name="gui.ifsp11@gmail.com" userId="S::urn:spo:guest#gui.ifsp11@gmail.com::" providerId="AD" clId="Web-{725CC604-83FA-6898-961E-708894343FB5}" dt="2023-07-24T14:53:54.697" v="540"/>
        <pc:sldMkLst>
          <pc:docMk/>
          <pc:sldMk cId="4225045208" sldId="314"/>
        </pc:sldMkLst>
      </pc:sldChg>
      <pc:sldChg chg="del">
        <pc:chgData name="gui.ifsp11@gmail.com" userId="S::urn:spo:guest#gui.ifsp11@gmail.com::" providerId="AD" clId="Web-{725CC604-83FA-6898-961E-708894343FB5}" dt="2023-07-24T14:53:54.166" v="539"/>
        <pc:sldMkLst>
          <pc:docMk/>
          <pc:sldMk cId="1364592717" sldId="315"/>
        </pc:sldMkLst>
      </pc:sldChg>
      <pc:sldChg chg="del">
        <pc:chgData name="gui.ifsp11@gmail.com" userId="S::urn:spo:guest#gui.ifsp11@gmail.com::" providerId="AD" clId="Web-{725CC604-83FA-6898-961E-708894343FB5}" dt="2023-07-24T14:53:55.916" v="542"/>
        <pc:sldMkLst>
          <pc:docMk/>
          <pc:sldMk cId="1004250494" sldId="316"/>
        </pc:sldMkLst>
      </pc:sldChg>
      <pc:sldChg chg="del">
        <pc:chgData name="gui.ifsp11@gmail.com" userId="S::urn:spo:guest#gui.ifsp11@gmail.com::" providerId="AD" clId="Web-{725CC604-83FA-6898-961E-708894343FB5}" dt="2023-07-24T14:53:55.291" v="541"/>
        <pc:sldMkLst>
          <pc:docMk/>
          <pc:sldMk cId="620983309" sldId="317"/>
        </pc:sldMkLst>
      </pc:sldChg>
      <pc:sldChg chg="del">
        <pc:chgData name="gui.ifsp11@gmail.com" userId="S::urn:spo:guest#gui.ifsp11@gmail.com::" providerId="AD" clId="Web-{725CC604-83FA-6898-961E-708894343FB5}" dt="2023-07-24T14:53:56.385" v="543"/>
        <pc:sldMkLst>
          <pc:docMk/>
          <pc:sldMk cId="3127244681" sldId="318"/>
        </pc:sldMkLst>
      </pc:sldChg>
      <pc:sldChg chg="del">
        <pc:chgData name="gui.ifsp11@gmail.com" userId="S::urn:spo:guest#gui.ifsp11@gmail.com::" providerId="AD" clId="Web-{725CC604-83FA-6898-961E-708894343FB5}" dt="2023-07-24T14:53:56.479" v="544"/>
        <pc:sldMkLst>
          <pc:docMk/>
          <pc:sldMk cId="3468286147" sldId="319"/>
        </pc:sldMkLst>
      </pc:sldChg>
      <pc:sldChg chg="del">
        <pc:chgData name="gui.ifsp11@gmail.com" userId="S::urn:spo:guest#gui.ifsp11@gmail.com::" providerId="AD" clId="Web-{725CC604-83FA-6898-961E-708894343FB5}" dt="2023-07-24T14:53:56.901" v="545"/>
        <pc:sldMkLst>
          <pc:docMk/>
          <pc:sldMk cId="3978964714" sldId="320"/>
        </pc:sldMkLst>
      </pc:sldChg>
      <pc:sldChg chg="del">
        <pc:chgData name="gui.ifsp11@gmail.com" userId="S::urn:spo:guest#gui.ifsp11@gmail.com::" providerId="AD" clId="Web-{725CC604-83FA-6898-961E-708894343FB5}" dt="2023-07-24T14:53:57.385" v="546"/>
        <pc:sldMkLst>
          <pc:docMk/>
          <pc:sldMk cId="762388177" sldId="321"/>
        </pc:sldMkLst>
      </pc:sldChg>
      <pc:sldChg chg="del">
        <pc:chgData name="gui.ifsp11@gmail.com" userId="S::urn:spo:guest#gui.ifsp11@gmail.com::" providerId="AD" clId="Web-{725CC604-83FA-6898-961E-708894343FB5}" dt="2023-07-24T14:54:01.994" v="548"/>
        <pc:sldMkLst>
          <pc:docMk/>
          <pc:sldMk cId="3661505826" sldId="322"/>
        </pc:sldMkLst>
      </pc:sldChg>
      <pc:sldChg chg="del">
        <pc:chgData name="gui.ifsp11@gmail.com" userId="S::urn:spo:guest#gui.ifsp11@gmail.com::" providerId="AD" clId="Web-{725CC604-83FA-6898-961E-708894343FB5}" dt="2023-07-24T14:54:00.557" v="547"/>
        <pc:sldMkLst>
          <pc:docMk/>
          <pc:sldMk cId="3071487662" sldId="323"/>
        </pc:sldMkLst>
      </pc:sldChg>
      <pc:sldChg chg="del">
        <pc:chgData name="gui.ifsp11@gmail.com" userId="S::urn:spo:guest#gui.ifsp11@gmail.com::" providerId="AD" clId="Web-{725CC604-83FA-6898-961E-708894343FB5}" dt="2023-07-24T14:54:03.073" v="549"/>
        <pc:sldMkLst>
          <pc:docMk/>
          <pc:sldMk cId="1690004142" sldId="324"/>
        </pc:sldMkLst>
      </pc:sldChg>
      <pc:sldChg chg="modSp add replId">
        <pc:chgData name="gui.ifsp11@gmail.com" userId="S::urn:spo:guest#gui.ifsp11@gmail.com::" providerId="AD" clId="Web-{725CC604-83FA-6898-961E-708894343FB5}" dt="2023-07-24T19:28:41.002" v="1616" actId="20577"/>
        <pc:sldMkLst>
          <pc:docMk/>
          <pc:sldMk cId="2099028958" sldId="325"/>
        </pc:sldMkLst>
        <pc:spChg chg="mod">
          <ac:chgData name="gui.ifsp11@gmail.com" userId="S::urn:spo:guest#gui.ifsp11@gmail.com::" providerId="AD" clId="Web-{725CC604-83FA-6898-961E-708894343FB5}" dt="2023-07-24T19:28:41.002" v="1616" actId="20577"/>
          <ac:spMkLst>
            <pc:docMk/>
            <pc:sldMk cId="2099028958" sldId="32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4:49:18.706" v="279" actId="20577"/>
          <ac:spMkLst>
            <pc:docMk/>
            <pc:sldMk cId="2099028958" sldId="325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4:53:25.290" v="514" actId="20577"/>
        <pc:sldMkLst>
          <pc:docMk/>
          <pc:sldMk cId="2829306371" sldId="326"/>
        </pc:sldMkLst>
        <pc:spChg chg="mod">
          <ac:chgData name="gui.ifsp11@gmail.com" userId="S::urn:spo:guest#gui.ifsp11@gmail.com::" providerId="AD" clId="Web-{725CC604-83FA-6898-961E-708894343FB5}" dt="2023-07-24T14:53:25.290" v="514" actId="20577"/>
          <ac:spMkLst>
            <pc:docMk/>
            <pc:sldMk cId="2829306371" sldId="32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4:52:41.930" v="460" actId="20577"/>
          <ac:spMkLst>
            <pc:docMk/>
            <pc:sldMk cId="2829306371" sldId="326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725CC604-83FA-6898-961E-708894343FB5}" dt="2023-07-24T14:52:22.101" v="441" actId="20577"/>
        <pc:sldMkLst>
          <pc:docMk/>
          <pc:sldMk cId="2387653451" sldId="327"/>
        </pc:sldMkLst>
        <pc:spChg chg="mod">
          <ac:chgData name="gui.ifsp11@gmail.com" userId="S::urn:spo:guest#gui.ifsp11@gmail.com::" providerId="AD" clId="Web-{725CC604-83FA-6898-961E-708894343FB5}" dt="2023-07-24T14:52:22.101" v="441" actId="20577"/>
          <ac:spMkLst>
            <pc:docMk/>
            <pc:sldMk cId="2387653451" sldId="327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725CC604-83FA-6898-961E-708894343FB5}" dt="2023-07-24T18:49:54.368" v="1335" actId="20577"/>
        <pc:sldMkLst>
          <pc:docMk/>
          <pc:sldMk cId="2642046658" sldId="328"/>
        </pc:sldMkLst>
        <pc:spChg chg="mod">
          <ac:chgData name="gui.ifsp11@gmail.com" userId="S::urn:spo:guest#gui.ifsp11@gmail.com::" providerId="AD" clId="Web-{725CC604-83FA-6898-961E-708894343FB5}" dt="2023-07-24T18:49:54.368" v="1335" actId="20577"/>
          <ac:spMkLst>
            <pc:docMk/>
            <pc:sldMk cId="2642046658" sldId="328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48:46.426" v="1279" actId="20577"/>
          <ac:spMkLst>
            <pc:docMk/>
            <pc:sldMk cId="2642046658" sldId="328"/>
            <ac:spMk id="204" creationId="{00000000-0000-0000-0000-000000000000}"/>
          </ac:spMkLst>
        </pc:spChg>
      </pc:sldChg>
      <pc:sldChg chg="addSp delSp modSp add ord replId">
        <pc:chgData name="gui.ifsp11@gmail.com" userId="S::urn:spo:guest#gui.ifsp11@gmail.com::" providerId="AD" clId="Web-{725CC604-83FA-6898-961E-708894343FB5}" dt="2023-07-24T18:50:31.948" v="1339"/>
        <pc:sldMkLst>
          <pc:docMk/>
          <pc:sldMk cId="4263370433" sldId="329"/>
        </pc:sldMkLst>
        <pc:picChg chg="del">
          <ac:chgData name="gui.ifsp11@gmail.com" userId="S::urn:spo:guest#gui.ifsp11@gmail.com::" providerId="AD" clId="Web-{725CC604-83FA-6898-961E-708894343FB5}" dt="2023-07-24T14:57:44.016" v="613"/>
          <ac:picMkLst>
            <pc:docMk/>
            <pc:sldMk cId="4263370433" sldId="329"/>
            <ac:picMk id="2" creationId="{97778162-A406-6571-920A-CB26D551906C}"/>
          </ac:picMkLst>
        </pc:picChg>
        <pc:picChg chg="add mod">
          <ac:chgData name="gui.ifsp11@gmail.com" userId="S::urn:spo:guest#gui.ifsp11@gmail.com::" providerId="AD" clId="Web-{725CC604-83FA-6898-961E-708894343FB5}" dt="2023-07-24T18:50:30.261" v="1338" actId="14100"/>
          <ac:picMkLst>
            <pc:docMk/>
            <pc:sldMk cId="4263370433" sldId="329"/>
            <ac:picMk id="2" creationId="{99A82A26-D254-8F38-78AD-DC12BF065CC9}"/>
          </ac:picMkLst>
        </pc:picChg>
        <pc:picChg chg="add del mod ord">
          <ac:chgData name="gui.ifsp11@gmail.com" userId="S::urn:spo:guest#gui.ifsp11@gmail.com::" providerId="AD" clId="Web-{725CC604-83FA-6898-961E-708894343FB5}" dt="2023-07-24T18:50:31.948" v="1339"/>
          <ac:picMkLst>
            <pc:docMk/>
            <pc:sldMk cId="4263370433" sldId="329"/>
            <ac:picMk id="4" creationId="{197A1C85-E5FE-BB29-2700-B54E30EDAA07}"/>
          </ac:picMkLst>
        </pc:picChg>
        <pc:picChg chg="add del mod">
          <ac:chgData name="gui.ifsp11@gmail.com" userId="S::urn:spo:guest#gui.ifsp11@gmail.com::" providerId="AD" clId="Web-{725CC604-83FA-6898-961E-708894343FB5}" dt="2023-07-24T15:11:46.223" v="897"/>
          <ac:picMkLst>
            <pc:docMk/>
            <pc:sldMk cId="4263370433" sldId="329"/>
            <ac:picMk id="5" creationId="{A7FF389B-2652-C481-DB1F-199BCEA0CFDB}"/>
          </ac:picMkLst>
        </pc:picChg>
      </pc:sldChg>
      <pc:sldChg chg="addSp delSp modSp add replId">
        <pc:chgData name="gui.ifsp11@gmail.com" userId="S::urn:spo:guest#gui.ifsp11@gmail.com::" providerId="AD" clId="Web-{725CC604-83FA-6898-961E-708894343FB5}" dt="2023-07-24T15:03:26.680" v="680"/>
        <pc:sldMkLst>
          <pc:docMk/>
          <pc:sldMk cId="2384663550" sldId="330"/>
        </pc:sldMkLst>
        <pc:picChg chg="add mod">
          <ac:chgData name="gui.ifsp11@gmail.com" userId="S::urn:spo:guest#gui.ifsp11@gmail.com::" providerId="AD" clId="Web-{725CC604-83FA-6898-961E-708894343FB5}" dt="2023-07-24T15:03:22.570" v="679"/>
          <ac:picMkLst>
            <pc:docMk/>
            <pc:sldMk cId="2384663550" sldId="330"/>
            <ac:picMk id="2" creationId="{9E516B64-F7C6-4E9B-06F8-E24AF4E2DB79}"/>
          </ac:picMkLst>
        </pc:picChg>
        <pc:picChg chg="del">
          <ac:chgData name="gui.ifsp11@gmail.com" userId="S::urn:spo:guest#gui.ifsp11@gmail.com::" providerId="AD" clId="Web-{725CC604-83FA-6898-961E-708894343FB5}" dt="2023-07-24T15:03:26.680" v="680"/>
          <ac:picMkLst>
            <pc:docMk/>
            <pc:sldMk cId="2384663550" sldId="330"/>
            <ac:picMk id="4" creationId="{197A1C85-E5FE-BB29-2700-B54E30EDAA07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5:15:20.212" v="969" actId="20577"/>
        <pc:sldMkLst>
          <pc:docMk/>
          <pc:sldMk cId="934752893" sldId="331"/>
        </pc:sldMkLst>
        <pc:spChg chg="mod">
          <ac:chgData name="gui.ifsp11@gmail.com" userId="S::urn:spo:guest#gui.ifsp11@gmail.com::" providerId="AD" clId="Web-{725CC604-83FA-6898-961E-708894343FB5}" dt="2023-07-24T15:02:35.366" v="674" actId="20577"/>
          <ac:spMkLst>
            <pc:docMk/>
            <pc:sldMk cId="934752893" sldId="33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5:15:20.212" v="969" actId="20577"/>
          <ac:spMkLst>
            <pc:docMk/>
            <pc:sldMk cId="934752893" sldId="331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5:07:37.358" v="852"/>
        <pc:sldMkLst>
          <pc:docMk/>
          <pc:sldMk cId="3031069637" sldId="332"/>
        </pc:sldMkLst>
        <pc:picChg chg="add mod">
          <ac:chgData name="gui.ifsp11@gmail.com" userId="S::urn:spo:guest#gui.ifsp11@gmail.com::" providerId="AD" clId="Web-{725CC604-83FA-6898-961E-708894343FB5}" dt="2023-07-24T15:07:34.998" v="851" actId="14100"/>
          <ac:picMkLst>
            <pc:docMk/>
            <pc:sldMk cId="3031069637" sldId="332"/>
            <ac:picMk id="2" creationId="{4BDF4D69-9193-0F2B-FA4F-EB388A99CB6E}"/>
          </ac:picMkLst>
        </pc:picChg>
        <pc:picChg chg="del">
          <ac:chgData name="gui.ifsp11@gmail.com" userId="S::urn:spo:guest#gui.ifsp11@gmail.com::" providerId="AD" clId="Web-{725CC604-83FA-6898-961E-708894343FB5}" dt="2023-07-24T15:07:37.358" v="852"/>
          <ac:picMkLst>
            <pc:docMk/>
            <pc:sldMk cId="3031069637" sldId="332"/>
            <ac:picMk id="4" creationId="{197A1C85-E5FE-BB29-2700-B54E30EDAA07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5:12:26.365" v="914" actId="20577"/>
        <pc:sldMkLst>
          <pc:docMk/>
          <pc:sldMk cId="1134622723" sldId="333"/>
        </pc:sldMkLst>
        <pc:spChg chg="mod">
          <ac:chgData name="gui.ifsp11@gmail.com" userId="S::urn:spo:guest#gui.ifsp11@gmail.com::" providerId="AD" clId="Web-{725CC604-83FA-6898-961E-708894343FB5}" dt="2023-07-24T15:06:38.231" v="847" actId="20577"/>
          <ac:spMkLst>
            <pc:docMk/>
            <pc:sldMk cId="1134622723" sldId="33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5:12:26.365" v="914" actId="20577"/>
          <ac:spMkLst>
            <pc:docMk/>
            <pc:sldMk cId="1134622723" sldId="33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5:12:57.022" v="924" actId="20577"/>
        <pc:sldMkLst>
          <pc:docMk/>
          <pc:sldMk cId="1736911847" sldId="334"/>
        </pc:sldMkLst>
        <pc:spChg chg="mod">
          <ac:chgData name="gui.ifsp11@gmail.com" userId="S::urn:spo:guest#gui.ifsp11@gmail.com::" providerId="AD" clId="Web-{725CC604-83FA-6898-961E-708894343FB5}" dt="2023-07-24T15:06:33.450" v="845" actId="20577"/>
          <ac:spMkLst>
            <pc:docMk/>
            <pc:sldMk cId="1736911847" sldId="33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5:12:57.022" v="924" actId="20577"/>
          <ac:spMkLst>
            <pc:docMk/>
            <pc:sldMk cId="1736911847" sldId="334"/>
            <ac:spMk id="204" creationId="{00000000-0000-0000-0000-000000000000}"/>
          </ac:spMkLst>
        </pc:spChg>
      </pc:sldChg>
      <pc:sldChg chg="add del replId">
        <pc:chgData name="gui.ifsp11@gmail.com" userId="S::urn:spo:guest#gui.ifsp11@gmail.com::" providerId="AD" clId="Web-{725CC604-83FA-6898-961E-708894343FB5}" dt="2023-07-24T15:09:52.627" v="856"/>
        <pc:sldMkLst>
          <pc:docMk/>
          <pc:sldMk cId="2796755547" sldId="335"/>
        </pc:sldMkLst>
      </pc:sldChg>
      <pc:sldChg chg="add replId">
        <pc:chgData name="gui.ifsp11@gmail.com" userId="S::urn:spo:guest#gui.ifsp11@gmail.com::" providerId="AD" clId="Web-{725CC604-83FA-6898-961E-708894343FB5}" dt="2023-07-24T15:10:04.533" v="857"/>
        <pc:sldMkLst>
          <pc:docMk/>
          <pc:sldMk cId="3090486678" sldId="335"/>
        </pc:sldMkLst>
      </pc:sldChg>
      <pc:sldChg chg="modSp add replId">
        <pc:chgData name="gui.ifsp11@gmail.com" userId="S::urn:spo:guest#gui.ifsp11@gmail.com::" providerId="AD" clId="Web-{725CC604-83FA-6898-961E-708894343FB5}" dt="2023-07-24T15:10:36.675" v="874" actId="20577"/>
        <pc:sldMkLst>
          <pc:docMk/>
          <pc:sldMk cId="3968282392" sldId="336"/>
        </pc:sldMkLst>
        <pc:spChg chg="mod">
          <ac:chgData name="gui.ifsp11@gmail.com" userId="S::urn:spo:guest#gui.ifsp11@gmail.com::" providerId="AD" clId="Web-{725CC604-83FA-6898-961E-708894343FB5}" dt="2023-07-24T15:10:36.675" v="874" actId="20577"/>
          <ac:spMkLst>
            <pc:docMk/>
            <pc:sldMk cId="3968282392" sldId="336"/>
            <ac:spMk id="204" creationId="{00000000-0000-0000-0000-000000000000}"/>
          </ac:spMkLst>
        </pc:spChg>
      </pc:sldChg>
      <pc:sldChg chg="add del replId">
        <pc:chgData name="gui.ifsp11@gmail.com" userId="S::urn:spo:guest#gui.ifsp11@gmail.com::" providerId="AD" clId="Web-{725CC604-83FA-6898-961E-708894343FB5}" dt="2023-07-24T15:09:52.627" v="855"/>
        <pc:sldMkLst>
          <pc:docMk/>
          <pc:sldMk cId="4202330461" sldId="336"/>
        </pc:sldMkLst>
      </pc:sldChg>
      <pc:sldChg chg="modSp add replId">
        <pc:chgData name="gui.ifsp11@gmail.com" userId="S::urn:spo:guest#gui.ifsp11@gmail.com::" providerId="AD" clId="Web-{725CC604-83FA-6898-961E-708894343FB5}" dt="2023-07-24T15:12:11.911" v="909" actId="20577"/>
        <pc:sldMkLst>
          <pc:docMk/>
          <pc:sldMk cId="570059413" sldId="337"/>
        </pc:sldMkLst>
        <pc:spChg chg="mod">
          <ac:chgData name="gui.ifsp11@gmail.com" userId="S::urn:spo:guest#gui.ifsp11@gmail.com::" providerId="AD" clId="Web-{725CC604-83FA-6898-961E-708894343FB5}" dt="2023-07-24T15:12:11.911" v="909" actId="20577"/>
          <ac:spMkLst>
            <pc:docMk/>
            <pc:sldMk cId="570059413" sldId="337"/>
            <ac:spMk id="196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5:15:13.212" v="960" actId="20577"/>
        <pc:sldMkLst>
          <pc:docMk/>
          <pc:sldMk cId="2477614365" sldId="338"/>
        </pc:sldMkLst>
        <pc:spChg chg="mod">
          <ac:chgData name="gui.ifsp11@gmail.com" userId="S::urn:spo:guest#gui.ifsp11@gmail.com::" providerId="AD" clId="Web-{725CC604-83FA-6898-961E-708894343FB5}" dt="2023-07-24T15:15:13.212" v="960" actId="20577"/>
          <ac:spMkLst>
            <pc:docMk/>
            <pc:sldMk cId="2477614365" sldId="338"/>
            <ac:spMk id="196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39:57.224" v="1039"/>
        <pc:sldMkLst>
          <pc:docMk/>
          <pc:sldMk cId="3821619156" sldId="339"/>
        </pc:sldMkLst>
        <pc:picChg chg="add del">
          <ac:chgData name="gui.ifsp11@gmail.com" userId="S::urn:spo:guest#gui.ifsp11@gmail.com::" providerId="AD" clId="Web-{725CC604-83FA-6898-961E-708894343FB5}" dt="2023-07-24T18:39:57.224" v="1039"/>
          <ac:picMkLst>
            <pc:docMk/>
            <pc:sldMk cId="3821619156" sldId="339"/>
            <ac:picMk id="2" creationId="{97778162-A406-6571-920A-CB26D551906C}"/>
          </ac:picMkLst>
        </pc:picChg>
        <pc:picChg chg="add mod">
          <ac:chgData name="gui.ifsp11@gmail.com" userId="S::urn:spo:guest#gui.ifsp11@gmail.com::" providerId="AD" clId="Web-{725CC604-83FA-6898-961E-708894343FB5}" dt="2023-07-24T18:39:54.333" v="1038" actId="14100"/>
          <ac:picMkLst>
            <pc:docMk/>
            <pc:sldMk cId="3821619156" sldId="339"/>
            <ac:picMk id="4" creationId="{8A503F61-A39D-746C-FBBD-40009C0CE710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38:57.377" v="1033" actId="20577"/>
        <pc:sldMkLst>
          <pc:docMk/>
          <pc:sldMk cId="3645253624" sldId="340"/>
        </pc:sldMkLst>
        <pc:spChg chg="mod">
          <ac:chgData name="gui.ifsp11@gmail.com" userId="S::urn:spo:guest#gui.ifsp11@gmail.com::" providerId="AD" clId="Web-{725CC604-83FA-6898-961E-708894343FB5}" dt="2023-07-24T18:38:57.377" v="1033" actId="20577"/>
          <ac:spMkLst>
            <pc:docMk/>
            <pc:sldMk cId="3645253624" sldId="34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38:11.327" v="991" actId="20577"/>
          <ac:spMkLst>
            <pc:docMk/>
            <pc:sldMk cId="3645253624" sldId="340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41:58.965" v="1100"/>
        <pc:sldMkLst>
          <pc:docMk/>
          <pc:sldMk cId="2177084673" sldId="341"/>
        </pc:sldMkLst>
        <pc:picChg chg="add mod">
          <ac:chgData name="gui.ifsp11@gmail.com" userId="S::urn:spo:guest#gui.ifsp11@gmail.com::" providerId="AD" clId="Web-{725CC604-83FA-6898-961E-708894343FB5}" dt="2023-07-24T18:41:56.825" v="1099" actId="14100"/>
          <ac:picMkLst>
            <pc:docMk/>
            <pc:sldMk cId="2177084673" sldId="341"/>
            <ac:picMk id="2" creationId="{660593CF-E6FA-08BC-0F12-EC3C27632E5A}"/>
          </ac:picMkLst>
        </pc:picChg>
        <pc:picChg chg="del">
          <ac:chgData name="gui.ifsp11@gmail.com" userId="S::urn:spo:guest#gui.ifsp11@gmail.com::" providerId="AD" clId="Web-{725CC604-83FA-6898-961E-708894343FB5}" dt="2023-07-24T18:41:58.965" v="1100"/>
          <ac:picMkLst>
            <pc:docMk/>
            <pc:sldMk cId="2177084673" sldId="341"/>
            <ac:picMk id="4" creationId="{8A503F61-A39D-746C-FBBD-40009C0CE710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41:09.994" v="1096" actId="20577"/>
        <pc:sldMkLst>
          <pc:docMk/>
          <pc:sldMk cId="3709056830" sldId="342"/>
        </pc:sldMkLst>
        <pc:spChg chg="mod">
          <ac:chgData name="gui.ifsp11@gmail.com" userId="S::urn:spo:guest#gui.ifsp11@gmail.com::" providerId="AD" clId="Web-{725CC604-83FA-6898-961E-708894343FB5}" dt="2023-07-24T18:41:09.994" v="1096" actId="20577"/>
          <ac:spMkLst>
            <pc:docMk/>
            <pc:sldMk cId="3709056830" sldId="34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40:17.788" v="1046" actId="20577"/>
          <ac:spMkLst>
            <pc:docMk/>
            <pc:sldMk cId="3709056830" sldId="342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44:25.880" v="1161"/>
        <pc:sldMkLst>
          <pc:docMk/>
          <pc:sldMk cId="727200916" sldId="343"/>
        </pc:sldMkLst>
        <pc:picChg chg="del">
          <ac:chgData name="gui.ifsp11@gmail.com" userId="S::urn:spo:guest#gui.ifsp11@gmail.com::" providerId="AD" clId="Web-{725CC604-83FA-6898-961E-708894343FB5}" dt="2023-07-24T18:44:25.880" v="1161"/>
          <ac:picMkLst>
            <pc:docMk/>
            <pc:sldMk cId="727200916" sldId="343"/>
            <ac:picMk id="2" creationId="{660593CF-E6FA-08BC-0F12-EC3C27632E5A}"/>
          </ac:picMkLst>
        </pc:picChg>
        <pc:picChg chg="add mod">
          <ac:chgData name="gui.ifsp11@gmail.com" userId="S::urn:spo:guest#gui.ifsp11@gmail.com::" providerId="AD" clId="Web-{725CC604-83FA-6898-961E-708894343FB5}" dt="2023-07-24T18:44:24.083" v="1160" actId="14100"/>
          <ac:picMkLst>
            <pc:docMk/>
            <pc:sldMk cId="727200916" sldId="343"/>
            <ac:picMk id="4" creationId="{B9557A3E-7CAA-B8E1-33EB-4852DA6661C4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43:54.535" v="1157" actId="20577"/>
        <pc:sldMkLst>
          <pc:docMk/>
          <pc:sldMk cId="3706194746" sldId="344"/>
        </pc:sldMkLst>
        <pc:spChg chg="mod">
          <ac:chgData name="gui.ifsp11@gmail.com" userId="S::urn:spo:guest#gui.ifsp11@gmail.com::" providerId="AD" clId="Web-{725CC604-83FA-6898-961E-708894343FB5}" dt="2023-07-24T18:43:54.535" v="1157" actId="20577"/>
          <ac:spMkLst>
            <pc:docMk/>
            <pc:sldMk cId="3706194746" sldId="34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42:58.125" v="1109" actId="20577"/>
          <ac:spMkLst>
            <pc:docMk/>
            <pc:sldMk cId="3706194746" sldId="344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48:06.487" v="1266"/>
        <pc:sldMkLst>
          <pc:docMk/>
          <pc:sldMk cId="239949744" sldId="345"/>
        </pc:sldMkLst>
        <pc:picChg chg="add mod">
          <ac:chgData name="gui.ifsp11@gmail.com" userId="S::urn:spo:guest#gui.ifsp11@gmail.com::" providerId="AD" clId="Web-{725CC604-83FA-6898-961E-708894343FB5}" dt="2023-07-24T18:48:02.846" v="1265" actId="14100"/>
          <ac:picMkLst>
            <pc:docMk/>
            <pc:sldMk cId="239949744" sldId="345"/>
            <ac:picMk id="2" creationId="{CF66DCC2-B38B-9FB9-B294-AFA945B33E7F}"/>
          </ac:picMkLst>
        </pc:picChg>
        <pc:picChg chg="del">
          <ac:chgData name="gui.ifsp11@gmail.com" userId="S::urn:spo:guest#gui.ifsp11@gmail.com::" providerId="AD" clId="Web-{725CC604-83FA-6898-961E-708894343FB5}" dt="2023-07-24T18:48:06.487" v="1266"/>
          <ac:picMkLst>
            <pc:docMk/>
            <pc:sldMk cId="239949744" sldId="345"/>
            <ac:picMk id="4" creationId="{B9557A3E-7CAA-B8E1-33EB-4852DA6661C4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47:24.625" v="1262" actId="20577"/>
        <pc:sldMkLst>
          <pc:docMk/>
          <pc:sldMk cId="907380906" sldId="346"/>
        </pc:sldMkLst>
        <pc:spChg chg="mod">
          <ac:chgData name="gui.ifsp11@gmail.com" userId="S::urn:spo:guest#gui.ifsp11@gmail.com::" providerId="AD" clId="Web-{725CC604-83FA-6898-961E-708894343FB5}" dt="2023-07-24T18:47:24.625" v="1262" actId="20577"/>
          <ac:spMkLst>
            <pc:docMk/>
            <pc:sldMk cId="907380906" sldId="34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45:13.102" v="1180" actId="20577"/>
          <ac:spMkLst>
            <pc:docMk/>
            <pc:sldMk cId="907380906" sldId="346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57:09.299" v="1407"/>
        <pc:sldMkLst>
          <pc:docMk/>
          <pc:sldMk cId="3848487751" sldId="347"/>
        </pc:sldMkLst>
        <pc:picChg chg="del">
          <ac:chgData name="gui.ifsp11@gmail.com" userId="S::urn:spo:guest#gui.ifsp11@gmail.com::" providerId="AD" clId="Web-{725CC604-83FA-6898-961E-708894343FB5}" dt="2023-07-24T18:57:09.299" v="1407"/>
          <ac:picMkLst>
            <pc:docMk/>
            <pc:sldMk cId="3848487751" sldId="347"/>
            <ac:picMk id="2" creationId="{99A82A26-D254-8F38-78AD-DC12BF065CC9}"/>
          </ac:picMkLst>
        </pc:picChg>
        <pc:picChg chg="add mod">
          <ac:chgData name="gui.ifsp11@gmail.com" userId="S::urn:spo:guest#gui.ifsp11@gmail.com::" providerId="AD" clId="Web-{725CC604-83FA-6898-961E-708894343FB5}" dt="2023-07-24T18:57:07.565" v="1406" actId="14100"/>
          <ac:picMkLst>
            <pc:docMk/>
            <pc:sldMk cId="3848487751" sldId="347"/>
            <ac:picMk id="4" creationId="{F146740C-C12F-5BB4-557B-C0F5549877C6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56:29.062" v="1403" actId="20577"/>
        <pc:sldMkLst>
          <pc:docMk/>
          <pc:sldMk cId="1958732953" sldId="348"/>
        </pc:sldMkLst>
        <pc:spChg chg="mod">
          <ac:chgData name="gui.ifsp11@gmail.com" userId="S::urn:spo:guest#gui.ifsp11@gmail.com::" providerId="AD" clId="Web-{725CC604-83FA-6898-961E-708894343FB5}" dt="2023-07-24T18:56:29.062" v="1403" actId="20577"/>
          <ac:spMkLst>
            <pc:docMk/>
            <pc:sldMk cId="1958732953" sldId="348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55:40.044" v="1346" actId="20577"/>
          <ac:spMkLst>
            <pc:docMk/>
            <pc:sldMk cId="1958732953" sldId="348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59:42.558" v="1476"/>
        <pc:sldMkLst>
          <pc:docMk/>
          <pc:sldMk cId="520413102" sldId="349"/>
        </pc:sldMkLst>
        <pc:spChg chg="add del">
          <ac:chgData name="gui.ifsp11@gmail.com" userId="S::urn:spo:guest#gui.ifsp11@gmail.com::" providerId="AD" clId="Web-{725CC604-83FA-6898-961E-708894343FB5}" dt="2023-07-24T18:59:42.558" v="1476"/>
          <ac:spMkLst>
            <pc:docMk/>
            <pc:sldMk cId="520413102" sldId="349"/>
            <ac:spMk id="7" creationId="{D1159A3A-2C89-77B2-944E-5CDFDF763C2A}"/>
          </ac:spMkLst>
        </pc:spChg>
        <pc:picChg chg="add mod ord">
          <ac:chgData name="gui.ifsp11@gmail.com" userId="S::urn:spo:guest#gui.ifsp11@gmail.com::" providerId="AD" clId="Web-{725CC604-83FA-6898-961E-708894343FB5}" dt="2023-07-24T18:59:39.214" v="1474"/>
          <ac:picMkLst>
            <pc:docMk/>
            <pc:sldMk cId="520413102" sldId="349"/>
            <ac:picMk id="2" creationId="{70E7940C-3928-CB7B-FEF8-3DF88B3C0F7C}"/>
          </ac:picMkLst>
        </pc:picChg>
        <pc:picChg chg="del">
          <ac:chgData name="gui.ifsp11@gmail.com" userId="S::urn:spo:guest#gui.ifsp11@gmail.com::" providerId="AD" clId="Web-{725CC604-83FA-6898-961E-708894343FB5}" dt="2023-07-24T18:59:40.652" v="1475"/>
          <ac:picMkLst>
            <pc:docMk/>
            <pc:sldMk cId="520413102" sldId="349"/>
            <ac:picMk id="4" creationId="{F146740C-C12F-5BB4-557B-C0F5549877C6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9:14:50.673" v="1522" actId="20577"/>
        <pc:sldMkLst>
          <pc:docMk/>
          <pc:sldMk cId="3347792012" sldId="350"/>
        </pc:sldMkLst>
        <pc:spChg chg="mod">
          <ac:chgData name="gui.ifsp11@gmail.com" userId="S::urn:spo:guest#gui.ifsp11@gmail.com::" providerId="AD" clId="Web-{725CC604-83FA-6898-961E-708894343FB5}" dt="2023-07-24T19:14:50.673" v="1522" actId="20577"/>
          <ac:spMkLst>
            <pc:docMk/>
            <pc:sldMk cId="3347792012" sldId="35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57:49.473" v="1421" actId="20577"/>
          <ac:spMkLst>
            <pc:docMk/>
            <pc:sldMk cId="3347792012" sldId="350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31:08.104" v="1724" actId="20577"/>
        <pc:sldMkLst>
          <pc:docMk/>
          <pc:sldMk cId="701804538" sldId="351"/>
        </pc:sldMkLst>
        <pc:spChg chg="mod">
          <ac:chgData name="gui.ifsp11@gmail.com" userId="S::urn:spo:guest#gui.ifsp11@gmail.com::" providerId="AD" clId="Web-{725CC604-83FA-6898-961E-708894343FB5}" dt="2023-07-24T19:31:08.104" v="1724" actId="20577"/>
          <ac:spMkLst>
            <pc:docMk/>
            <pc:sldMk cId="701804538" sldId="35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30:17.336" v="1652" actId="20577"/>
          <ac:spMkLst>
            <pc:docMk/>
            <pc:sldMk cId="701804538" sldId="351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37:43.815" v="1956" actId="20577"/>
        <pc:sldMkLst>
          <pc:docMk/>
          <pc:sldMk cId="821769451" sldId="352"/>
        </pc:sldMkLst>
        <pc:spChg chg="mod">
          <ac:chgData name="gui.ifsp11@gmail.com" userId="S::urn:spo:guest#gui.ifsp11@gmail.com::" providerId="AD" clId="Web-{725CC604-83FA-6898-961E-708894343FB5}" dt="2023-07-24T19:37:43.815" v="1956" actId="20577"/>
          <ac:spMkLst>
            <pc:docMk/>
            <pc:sldMk cId="821769451" sldId="35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35:38.370" v="1851" actId="20577"/>
          <ac:spMkLst>
            <pc:docMk/>
            <pc:sldMk cId="821769451" sldId="352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39:40.618" v="2089" actId="20577"/>
        <pc:sldMkLst>
          <pc:docMk/>
          <pc:sldMk cId="295952995" sldId="353"/>
        </pc:sldMkLst>
        <pc:spChg chg="mod">
          <ac:chgData name="gui.ifsp11@gmail.com" userId="S::urn:spo:guest#gui.ifsp11@gmail.com::" providerId="AD" clId="Web-{725CC604-83FA-6898-961E-708894343FB5}" dt="2023-07-24T19:39:40.618" v="2089" actId="20577"/>
          <ac:spMkLst>
            <pc:docMk/>
            <pc:sldMk cId="295952995" sldId="35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37:57.066" v="1964" actId="20577"/>
          <ac:spMkLst>
            <pc:docMk/>
            <pc:sldMk cId="295952995" sldId="35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42:20.237" v="2276" actId="20577"/>
        <pc:sldMkLst>
          <pc:docMk/>
          <pc:sldMk cId="4078479052" sldId="354"/>
        </pc:sldMkLst>
        <pc:spChg chg="mod">
          <ac:chgData name="gui.ifsp11@gmail.com" userId="S::urn:spo:guest#gui.ifsp11@gmail.com::" providerId="AD" clId="Web-{725CC604-83FA-6898-961E-708894343FB5}" dt="2023-07-24T19:42:20.237" v="2276" actId="20577"/>
          <ac:spMkLst>
            <pc:docMk/>
            <pc:sldMk cId="4078479052" sldId="35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39:56.354" v="2094" actId="20577"/>
          <ac:spMkLst>
            <pc:docMk/>
            <pc:sldMk cId="4078479052" sldId="354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42:28.503" v="2279" actId="20577"/>
        <pc:sldMkLst>
          <pc:docMk/>
          <pc:sldMk cId="1970153579" sldId="355"/>
        </pc:sldMkLst>
        <pc:spChg chg="mod">
          <ac:chgData name="gui.ifsp11@gmail.com" userId="S::urn:spo:guest#gui.ifsp11@gmail.com::" providerId="AD" clId="Web-{725CC604-83FA-6898-961E-708894343FB5}" dt="2023-07-24T19:42:28.503" v="2279" actId="20577"/>
          <ac:spMkLst>
            <pc:docMk/>
            <pc:sldMk cId="1970153579" sldId="355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44:39.354" v="2386" actId="20577"/>
        <pc:sldMkLst>
          <pc:docMk/>
          <pc:sldMk cId="2897480673" sldId="356"/>
        </pc:sldMkLst>
        <pc:spChg chg="mod">
          <ac:chgData name="gui.ifsp11@gmail.com" userId="S::urn:spo:guest#gui.ifsp11@gmail.com::" providerId="AD" clId="Web-{725CC604-83FA-6898-961E-708894343FB5}" dt="2023-07-24T19:44:39.354" v="2386" actId="20577"/>
          <ac:spMkLst>
            <pc:docMk/>
            <pc:sldMk cId="2897480673" sldId="35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43:15.740" v="2293" actId="20577"/>
          <ac:spMkLst>
            <pc:docMk/>
            <pc:sldMk cId="2897480673" sldId="356"/>
            <ac:spMk id="204" creationId="{00000000-0000-0000-0000-000000000000}"/>
          </ac:spMkLst>
        </pc:spChg>
      </pc:sldChg>
      <pc:sldChg chg="addSp modSp new">
        <pc:chgData name="gui.ifsp11@gmail.com" userId="S::urn:spo:guest#gui.ifsp11@gmail.com::" providerId="AD" clId="Web-{725CC604-83FA-6898-961E-708894343FB5}" dt="2023-07-24T20:12:56.372" v="2391" actId="1076"/>
        <pc:sldMkLst>
          <pc:docMk/>
          <pc:sldMk cId="2827700142" sldId="357"/>
        </pc:sldMkLst>
        <pc:picChg chg="add mod">
          <ac:chgData name="gui.ifsp11@gmail.com" userId="S::urn:spo:guest#gui.ifsp11@gmail.com::" providerId="AD" clId="Web-{725CC604-83FA-6898-961E-708894343FB5}" dt="2023-07-24T20:12:56.372" v="2391" actId="1076"/>
          <ac:picMkLst>
            <pc:docMk/>
            <pc:sldMk cId="2827700142" sldId="357"/>
            <ac:picMk id="3" creationId="{DCB8F3E5-E946-DB11-0ECC-5BC12A4A1206}"/>
          </ac:picMkLst>
        </pc:picChg>
      </pc:sldChg>
      <pc:sldChg chg="modSp add ord replId">
        <pc:chgData name="gui.ifsp11@gmail.com" userId="S::urn:spo:guest#gui.ifsp11@gmail.com::" providerId="AD" clId="Web-{725CC604-83FA-6898-961E-708894343FB5}" dt="2023-07-24T20:15:46.923" v="2485" actId="20577"/>
        <pc:sldMkLst>
          <pc:docMk/>
          <pc:sldMk cId="1123963643" sldId="358"/>
        </pc:sldMkLst>
        <pc:spChg chg="mod">
          <ac:chgData name="gui.ifsp11@gmail.com" userId="S::urn:spo:guest#gui.ifsp11@gmail.com::" providerId="AD" clId="Web-{725CC604-83FA-6898-961E-708894343FB5}" dt="2023-07-24T20:15:46.923" v="2485" actId="20577"/>
          <ac:spMkLst>
            <pc:docMk/>
            <pc:sldMk cId="1123963643" sldId="358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20:14:50.343" v="2411" actId="20577"/>
          <ac:spMkLst>
            <pc:docMk/>
            <pc:sldMk cId="1123963643" sldId="358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20:20:52.149" v="2493"/>
        <pc:sldMkLst>
          <pc:docMk/>
          <pc:sldMk cId="4139846897" sldId="359"/>
        </pc:sldMkLst>
        <pc:picChg chg="del">
          <ac:chgData name="gui.ifsp11@gmail.com" userId="S::urn:spo:guest#gui.ifsp11@gmail.com::" providerId="AD" clId="Web-{725CC604-83FA-6898-961E-708894343FB5}" dt="2023-07-24T20:20:52.149" v="2493"/>
          <ac:picMkLst>
            <pc:docMk/>
            <pc:sldMk cId="4139846897" sldId="359"/>
            <ac:picMk id="2" creationId="{97778162-A406-6571-920A-CB26D551906C}"/>
          </ac:picMkLst>
        </pc:picChg>
        <pc:picChg chg="add mod ord">
          <ac:chgData name="gui.ifsp11@gmail.com" userId="S::urn:spo:guest#gui.ifsp11@gmail.com::" providerId="AD" clId="Web-{725CC604-83FA-6898-961E-708894343FB5}" dt="2023-07-24T20:20:50.445" v="2492"/>
          <ac:picMkLst>
            <pc:docMk/>
            <pc:sldMk cId="4139846897" sldId="359"/>
            <ac:picMk id="4" creationId="{8802E047-145B-80F0-CA57-87877D89D52E}"/>
          </ac:picMkLst>
        </pc:picChg>
      </pc:sldChg>
    </pc:docChg>
  </pc:docChgLst>
  <pc:docChgLst>
    <pc:chgData name="gui.ifsp11@gmail.com" userId="S::urn:spo:guest#gui.ifsp11@gmail.com::" providerId="AD" clId="Web-{5EBC810B-0ED1-4C6B-9208-86AF80973768}"/>
    <pc:docChg chg="modSld">
      <pc:chgData name="gui.ifsp11@gmail.com" userId="S::urn:spo:guest#gui.ifsp11@gmail.com::" providerId="AD" clId="Web-{5EBC810B-0ED1-4C6B-9208-86AF80973768}" dt="2023-10-05T19:37:06.796" v="4" actId="20577"/>
      <pc:docMkLst>
        <pc:docMk/>
      </pc:docMkLst>
      <pc:sldChg chg="modSp">
        <pc:chgData name="gui.ifsp11@gmail.com" userId="S::urn:spo:guest#gui.ifsp11@gmail.com::" providerId="AD" clId="Web-{5EBC810B-0ED1-4C6B-9208-86AF80973768}" dt="2023-10-05T19:37:06.796" v="4" actId="20577"/>
        <pc:sldMkLst>
          <pc:docMk/>
          <pc:sldMk cId="1958732953" sldId="348"/>
        </pc:sldMkLst>
        <pc:spChg chg="mod">
          <ac:chgData name="gui.ifsp11@gmail.com" userId="S::urn:spo:guest#gui.ifsp11@gmail.com::" providerId="AD" clId="Web-{5EBC810B-0ED1-4C6B-9208-86AF80973768}" dt="2023-10-05T19:37:06.796" v="4" actId="20577"/>
          <ac:spMkLst>
            <pc:docMk/>
            <pc:sldMk cId="1958732953" sldId="348"/>
            <ac:spMk id="203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gui.ifsp11@gmail.com" userId="S::urn:spo:guest#gui.ifsp11@gmail.com::" providerId="AD" clId="Web-{A0776EAE-42AB-4C65-BC08-939AF109E4B0}"/>
    <pc:docChg chg="addSld delSld modSld">
      <pc:chgData name="gui.ifsp11@gmail.com" userId="S::urn:spo:guest#gui.ifsp11@gmail.com::" providerId="AD" clId="Web-{A0776EAE-42AB-4C65-BC08-939AF109E4B0}" dt="2023-07-19T04:50:09.914" v="73" actId="20577"/>
      <pc:docMkLst>
        <pc:docMk/>
      </pc:docMkLst>
      <pc:sldChg chg="del">
        <pc:chgData name="gui.ifsp11@gmail.com" userId="S::urn:spo:guest#gui.ifsp11@gmail.com::" providerId="AD" clId="Web-{A0776EAE-42AB-4C65-BC08-939AF109E4B0}" dt="2023-07-19T04:25:30.842" v="0"/>
        <pc:sldMkLst>
          <pc:docMk/>
          <pc:sldMk cId="0" sldId="256"/>
        </pc:sldMkLst>
      </pc:sldChg>
      <pc:sldChg chg="del">
        <pc:chgData name="gui.ifsp11@gmail.com" userId="S::urn:spo:guest#gui.ifsp11@gmail.com::" providerId="AD" clId="Web-{A0776EAE-42AB-4C65-BC08-939AF109E4B0}" dt="2023-07-19T04:25:33.264" v="1"/>
        <pc:sldMkLst>
          <pc:docMk/>
          <pc:sldMk cId="0" sldId="257"/>
        </pc:sldMkLst>
      </pc:sldChg>
      <pc:sldChg chg="del">
        <pc:chgData name="gui.ifsp11@gmail.com" userId="S::urn:spo:guest#gui.ifsp11@gmail.com::" providerId="AD" clId="Web-{A0776EAE-42AB-4C65-BC08-939AF109E4B0}" dt="2023-07-19T04:25:34.811" v="2"/>
        <pc:sldMkLst>
          <pc:docMk/>
          <pc:sldMk cId="0" sldId="258"/>
        </pc:sldMkLst>
      </pc:sldChg>
      <pc:sldChg chg="del">
        <pc:chgData name="gui.ifsp11@gmail.com" userId="S::urn:spo:guest#gui.ifsp11@gmail.com::" providerId="AD" clId="Web-{A0776EAE-42AB-4C65-BC08-939AF109E4B0}" dt="2023-07-19T04:25:35.014" v="3"/>
        <pc:sldMkLst>
          <pc:docMk/>
          <pc:sldMk cId="0" sldId="259"/>
        </pc:sldMkLst>
      </pc:sldChg>
      <pc:sldChg chg="modSp">
        <pc:chgData name="gui.ifsp11@gmail.com" userId="S::urn:spo:guest#gui.ifsp11@gmail.com::" providerId="AD" clId="Web-{A0776EAE-42AB-4C65-BC08-939AF109E4B0}" dt="2023-07-19T04:50:09.914" v="73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A0776EAE-42AB-4C65-BC08-939AF109E4B0}" dt="2023-07-19T04:50:09.914" v="73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gui.ifsp11@gmail.com" userId="S::urn:spo:guest#gui.ifsp11@gmail.com::" providerId="AD" clId="Web-{A0776EAE-42AB-4C65-BC08-939AF109E4B0}" dt="2023-07-19T04:26:23.625" v="29" actId="20577"/>
          <ac:spMkLst>
            <pc:docMk/>
            <pc:sldMk cId="0" sldId="260"/>
            <ac:spMk id="155" creationId="{00000000-0000-0000-0000-000000000000}"/>
          </ac:spMkLst>
        </pc:spChg>
      </pc:sldChg>
      <pc:sldChg chg="del">
        <pc:chgData name="gui.ifsp11@gmail.com" userId="S::urn:spo:guest#gui.ifsp11@gmail.com::" providerId="AD" clId="Web-{A0776EAE-42AB-4C65-BC08-939AF109E4B0}" dt="2023-07-19T04:25:53.640" v="11"/>
        <pc:sldMkLst>
          <pc:docMk/>
          <pc:sldMk cId="0" sldId="262"/>
        </pc:sldMkLst>
      </pc:sldChg>
      <pc:sldChg chg="del">
        <pc:chgData name="gui.ifsp11@gmail.com" userId="S::urn:spo:guest#gui.ifsp11@gmail.com::" providerId="AD" clId="Web-{A0776EAE-42AB-4C65-BC08-939AF109E4B0}" dt="2023-07-19T04:25:52.796" v="10"/>
        <pc:sldMkLst>
          <pc:docMk/>
          <pc:sldMk cId="1393734078" sldId="276"/>
        </pc:sldMkLst>
      </pc:sldChg>
      <pc:sldChg chg="del">
        <pc:chgData name="gui.ifsp11@gmail.com" userId="S::urn:spo:guest#gui.ifsp11@gmail.com::" providerId="AD" clId="Web-{A0776EAE-42AB-4C65-BC08-939AF109E4B0}" dt="2023-07-19T04:25:55.140" v="13"/>
        <pc:sldMkLst>
          <pc:docMk/>
          <pc:sldMk cId="1152829319" sldId="278"/>
        </pc:sldMkLst>
      </pc:sldChg>
      <pc:sldChg chg="del">
        <pc:chgData name="gui.ifsp11@gmail.com" userId="S::urn:spo:guest#gui.ifsp11@gmail.com::" providerId="AD" clId="Web-{A0776EAE-42AB-4C65-BC08-939AF109E4B0}" dt="2023-07-19T04:25:55.515" v="14"/>
        <pc:sldMkLst>
          <pc:docMk/>
          <pc:sldMk cId="2147046171" sldId="279"/>
        </pc:sldMkLst>
      </pc:sldChg>
      <pc:sldChg chg="add del">
        <pc:chgData name="gui.ifsp11@gmail.com" userId="S::urn:spo:guest#gui.ifsp11@gmail.com::" providerId="AD" clId="Web-{A0776EAE-42AB-4C65-BC08-939AF109E4B0}" dt="2023-07-19T04:25:40.108" v="8"/>
        <pc:sldMkLst>
          <pc:docMk/>
          <pc:sldMk cId="2843888819" sldId="280"/>
        </pc:sldMkLst>
      </pc:sldChg>
      <pc:sldChg chg="del">
        <pc:chgData name="gui.ifsp11@gmail.com" userId="S::urn:spo:guest#gui.ifsp11@gmail.com::" providerId="AD" clId="Web-{A0776EAE-42AB-4C65-BC08-939AF109E4B0}" dt="2023-07-19T04:25:57.796" v="15"/>
        <pc:sldMkLst>
          <pc:docMk/>
          <pc:sldMk cId="429695317" sldId="281"/>
        </pc:sldMkLst>
      </pc:sldChg>
      <pc:sldChg chg="del">
        <pc:chgData name="gui.ifsp11@gmail.com" userId="S::urn:spo:guest#gui.ifsp11@gmail.com::" providerId="AD" clId="Web-{A0776EAE-42AB-4C65-BC08-939AF109E4B0}" dt="2023-07-19T04:25:54.390" v="12"/>
        <pc:sldMkLst>
          <pc:docMk/>
          <pc:sldMk cId="497996144" sldId="286"/>
        </pc:sldMkLst>
      </pc:sldChg>
      <pc:sldChg chg="add del">
        <pc:chgData name="gui.ifsp11@gmail.com" userId="S::urn:spo:guest#gui.ifsp11@gmail.com::" providerId="AD" clId="Web-{A0776EAE-42AB-4C65-BC08-939AF109E4B0}" dt="2023-07-19T04:25:46.030" v="9"/>
        <pc:sldMkLst>
          <pc:docMk/>
          <pc:sldMk cId="2565282861" sldId="287"/>
        </pc:sldMkLst>
      </pc:sldChg>
    </pc:docChg>
  </pc:docChgLst>
  <pc:docChgLst>
    <pc:chgData name="gui.ifsp11@gmail.com" userId="S::urn:spo:guest#gui.ifsp11@gmail.com::" providerId="AD" clId="Web-{9F78E95D-00A8-E5A4-F5ED-FE1DE09DD6C2}"/>
    <pc:docChg chg="addSld delSld modSld sldOrd">
      <pc:chgData name="gui.ifsp11@gmail.com" userId="S::urn:spo:guest#gui.ifsp11@gmail.com::" providerId="AD" clId="Web-{9F78E95D-00A8-E5A4-F5ED-FE1DE09DD6C2}" dt="2023-11-19T21:04:48.177" v="890" actId="20577"/>
      <pc:docMkLst>
        <pc:docMk/>
      </pc:docMkLst>
      <pc:sldChg chg="modSp">
        <pc:chgData name="gui.ifsp11@gmail.com" userId="S::urn:spo:guest#gui.ifsp11@gmail.com::" providerId="AD" clId="Web-{9F78E95D-00A8-E5A4-F5ED-FE1DE09DD6C2}" dt="2023-11-19T21:01:01.219" v="694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9F78E95D-00A8-E5A4-F5ED-FE1DE09DD6C2}" dt="2023-11-19T21:01:01.219" v="694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9F78E95D-00A8-E5A4-F5ED-FE1DE09DD6C2}" dt="2023-11-19T20:11:11.384" v="3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9F78E95D-00A8-E5A4-F5ED-FE1DE09DD6C2}" dt="2023-11-19T20:11:11.384" v="3" actId="20577"/>
          <ac:spMkLst>
            <pc:docMk/>
            <pc:sldMk cId="0" sldId="266"/>
            <ac:spMk id="203" creationId="{00000000-0000-0000-0000-000000000000}"/>
          </ac:spMkLst>
        </pc:spChg>
      </pc:sldChg>
      <pc:sldChg chg="modSp ord">
        <pc:chgData name="gui.ifsp11@gmail.com" userId="S::urn:spo:guest#gui.ifsp11@gmail.com::" providerId="AD" clId="Web-{9F78E95D-00A8-E5A4-F5ED-FE1DE09DD6C2}" dt="2023-11-19T21:03:19.847" v="806" actId="20577"/>
        <pc:sldMkLst>
          <pc:docMk/>
          <pc:sldMk cId="2829306371" sldId="326"/>
        </pc:sldMkLst>
        <pc:spChg chg="mod">
          <ac:chgData name="gui.ifsp11@gmail.com" userId="S::urn:spo:guest#gui.ifsp11@gmail.com::" providerId="AD" clId="Web-{9F78E95D-00A8-E5A4-F5ED-FE1DE09DD6C2}" dt="2023-11-19T21:03:19.847" v="806" actId="20577"/>
          <ac:spMkLst>
            <pc:docMk/>
            <pc:sldMk cId="2829306371" sldId="32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1:02:26.470" v="741" actId="20577"/>
          <ac:spMkLst>
            <pc:docMk/>
            <pc:sldMk cId="2829306371" sldId="326"/>
            <ac:spMk id="204" creationId="{00000000-0000-0000-0000-000000000000}"/>
          </ac:spMkLst>
        </pc:spChg>
      </pc:sldChg>
      <pc:sldChg chg="del">
        <pc:chgData name="gui.ifsp11@gmail.com" userId="S::urn:spo:guest#gui.ifsp11@gmail.com::" providerId="AD" clId="Web-{9F78E95D-00A8-E5A4-F5ED-FE1DE09DD6C2}" dt="2023-11-19T20:26:15.255" v="290"/>
        <pc:sldMkLst>
          <pc:docMk/>
          <pc:sldMk cId="4139846897" sldId="359"/>
        </pc:sldMkLst>
      </pc:sldChg>
      <pc:sldChg chg="modSp add replId">
        <pc:chgData name="gui.ifsp11@gmail.com" userId="S::urn:spo:guest#gui.ifsp11@gmail.com::" providerId="AD" clId="Web-{9F78E95D-00A8-E5A4-F5ED-FE1DE09DD6C2}" dt="2023-11-19T20:14:46.358" v="219" actId="20577"/>
        <pc:sldMkLst>
          <pc:docMk/>
          <pc:sldMk cId="1872516008" sldId="360"/>
        </pc:sldMkLst>
        <pc:spChg chg="mod">
          <ac:chgData name="gui.ifsp11@gmail.com" userId="S::urn:spo:guest#gui.ifsp11@gmail.com::" providerId="AD" clId="Web-{9F78E95D-00A8-E5A4-F5ED-FE1DE09DD6C2}" dt="2023-11-19T20:14:46.358" v="219" actId="20577"/>
          <ac:spMkLst>
            <pc:docMk/>
            <pc:sldMk cId="1872516008" sldId="36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11:36.525" v="20" actId="20577"/>
          <ac:spMkLst>
            <pc:docMk/>
            <pc:sldMk cId="1872516008" sldId="360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9F78E95D-00A8-E5A4-F5ED-FE1DE09DD6C2}" dt="2023-11-19T20:16:20.032" v="241" actId="20577"/>
        <pc:sldMkLst>
          <pc:docMk/>
          <pc:sldMk cId="3461658194" sldId="361"/>
        </pc:sldMkLst>
        <pc:spChg chg="mod">
          <ac:chgData name="gui.ifsp11@gmail.com" userId="S::urn:spo:guest#gui.ifsp11@gmail.com::" providerId="AD" clId="Web-{9F78E95D-00A8-E5A4-F5ED-FE1DE09DD6C2}" dt="2023-11-19T20:16:20.032" v="241" actId="20577"/>
          <ac:spMkLst>
            <pc:docMk/>
            <pc:sldMk cId="3461658194" sldId="361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9F78E95D-00A8-E5A4-F5ED-FE1DE09DD6C2}" dt="2023-11-19T20:35:52.926" v="481" actId="20577"/>
        <pc:sldMkLst>
          <pc:docMk/>
          <pc:sldMk cId="3362684409" sldId="362"/>
        </pc:sldMkLst>
        <pc:spChg chg="mod">
          <ac:chgData name="gui.ifsp11@gmail.com" userId="S::urn:spo:guest#gui.ifsp11@gmail.com::" providerId="AD" clId="Web-{9F78E95D-00A8-E5A4-F5ED-FE1DE09DD6C2}" dt="2023-11-19T20:35:52.926" v="481" actId="20577"/>
          <ac:spMkLst>
            <pc:docMk/>
            <pc:sldMk cId="3362684409" sldId="36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21:15.264" v="280" actId="20577"/>
          <ac:spMkLst>
            <pc:docMk/>
            <pc:sldMk cId="3362684409" sldId="362"/>
            <ac:spMk id="204" creationId="{00000000-0000-0000-0000-000000000000}"/>
          </ac:spMkLst>
        </pc:spChg>
      </pc:sldChg>
      <pc:sldChg chg="addSp delSp modSp new mod setBg">
        <pc:chgData name="gui.ifsp11@gmail.com" userId="S::urn:spo:guest#gui.ifsp11@gmail.com::" providerId="AD" clId="Web-{9F78E95D-00A8-E5A4-F5ED-FE1DE09DD6C2}" dt="2023-11-19T20:20:34.309" v="267"/>
        <pc:sldMkLst>
          <pc:docMk/>
          <pc:sldMk cId="2106161384" sldId="363"/>
        </pc:sldMkLst>
        <pc:spChg chg="mod ord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2" creationId="{90F021FB-0445-ED17-512B-EB787367EB19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5" creationId="{F3060C83-F051-4F0E-ABAD-AA0DFC48B218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6" creationId="{83C98ABE-055B-441F-B07E-44F97F083C39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7" creationId="{29FDB030-9B49-4CED-8CCD-4D99382388AC}"/>
          </ac:spMkLst>
        </pc:spChg>
        <pc:spChg chg="add del">
          <ac:chgData name="gui.ifsp11@gmail.com" userId="S::urn:spo:guest#gui.ifsp11@gmail.com::" providerId="AD" clId="Web-{9F78E95D-00A8-E5A4-F5ED-FE1DE09DD6C2}" dt="2023-11-19T20:19:33.058" v="247"/>
          <ac:spMkLst>
            <pc:docMk/>
            <pc:sldMk cId="2106161384" sldId="363"/>
            <ac:spMk id="8" creationId="{42A4FC2C-047E-45A5-965D-8E1E3BF09BC6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9" creationId="{3783CA14-24A1-485C-8B30-D6A5D87987AD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0" creationId="{83C98ABE-055B-441F-B07E-44F97F083C39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1" creationId="{F3060C83-F051-4F0E-ABAD-AA0DFC48B218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2" creationId="{29FDB030-9B49-4CED-8CCD-4D99382388AC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13" creationId="{9A97C86A-04D6-40F7-AE84-31AB43E6A846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4" creationId="{3783CA14-24A1-485C-8B30-D6A5D87987AD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15" creationId="{FF9F2414-84E8-453E-B1F3-389FDE8192D9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6" creationId="{9A97C86A-04D6-40F7-AE84-31AB43E6A846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17" creationId="{3ECA69A1-7536-43AC-85EF-C7106179F5ED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8" creationId="{FF9F2414-84E8-453E-B1F3-389FDE8192D9}"/>
          </ac:spMkLst>
        </pc:spChg>
        <pc:spChg chg="add del">
          <ac:chgData name="gui.ifsp11@gmail.com" userId="S::urn:spo:guest#gui.ifsp11@gmail.com::" providerId="AD" clId="Web-{9F78E95D-00A8-E5A4-F5ED-FE1DE09DD6C2}" dt="2023-11-19T20:19:46.183" v="255"/>
          <ac:spMkLst>
            <pc:docMk/>
            <pc:sldMk cId="2106161384" sldId="363"/>
            <ac:spMk id="19" creationId="{AB8C311F-7253-4AED-9701-7FC0708C41C7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20" creationId="{3ECA69A1-7536-43AC-85EF-C7106179F5ED}"/>
          </ac:spMkLst>
        </pc:spChg>
        <pc:spChg chg="add del">
          <ac:chgData name="gui.ifsp11@gmail.com" userId="S::urn:spo:guest#gui.ifsp11@gmail.com::" providerId="AD" clId="Web-{9F78E95D-00A8-E5A4-F5ED-FE1DE09DD6C2}" dt="2023-11-19T20:19:46.183" v="255"/>
          <ac:spMkLst>
            <pc:docMk/>
            <pc:sldMk cId="2106161384" sldId="363"/>
            <ac:spMk id="21" creationId="{E2384209-CB15-4CDF-9D31-C44FD9A3F20D}"/>
          </ac:spMkLst>
        </pc:spChg>
        <pc:spChg chg="add del">
          <ac:chgData name="gui.ifsp11@gmail.com" userId="S::urn:spo:guest#gui.ifsp11@gmail.com::" providerId="AD" clId="Web-{9F78E95D-00A8-E5A4-F5ED-FE1DE09DD6C2}" dt="2023-11-19T20:19:46.183" v="255"/>
          <ac:spMkLst>
            <pc:docMk/>
            <pc:sldMk cId="2106161384" sldId="363"/>
            <ac:spMk id="22" creationId="{2633B3B5-CC90-43F0-8714-D31D1F3F0209}"/>
          </ac:spMkLst>
        </pc:spChg>
        <pc:spChg chg="add del">
          <ac:chgData name="gui.ifsp11@gmail.com" userId="S::urn:spo:guest#gui.ifsp11@gmail.com::" providerId="AD" clId="Web-{9F78E95D-00A8-E5A4-F5ED-FE1DE09DD6C2}" dt="2023-11-19T20:19:46.183" v="255"/>
          <ac:spMkLst>
            <pc:docMk/>
            <pc:sldMk cId="2106161384" sldId="363"/>
            <ac:spMk id="23" creationId="{A8D57A06-A426-446D-B02C-A2DC6B62E45E}"/>
          </ac:spMkLst>
        </pc:spChg>
        <pc:spChg chg="add del">
          <ac:chgData name="gui.ifsp11@gmail.com" userId="S::urn:spo:guest#gui.ifsp11@gmail.com::" providerId="AD" clId="Web-{9F78E95D-00A8-E5A4-F5ED-FE1DE09DD6C2}" dt="2023-11-19T20:19:57.324" v="261"/>
          <ac:spMkLst>
            <pc:docMk/>
            <pc:sldMk cId="2106161384" sldId="363"/>
            <ac:spMk id="24" creationId="{32BC26D8-82FB-445E-AA49-62A77D7C1EE0}"/>
          </ac:spMkLst>
        </pc:spChg>
        <pc:spChg chg="add del">
          <ac:chgData name="gui.ifsp11@gmail.com" userId="S::urn:spo:guest#gui.ifsp11@gmail.com::" providerId="AD" clId="Web-{9F78E95D-00A8-E5A4-F5ED-FE1DE09DD6C2}" dt="2023-11-19T20:19:52.668" v="257"/>
          <ac:spMkLst>
            <pc:docMk/>
            <pc:sldMk cId="2106161384" sldId="363"/>
            <ac:spMk id="25" creationId="{AB8C311F-7253-4AED-9701-7FC0708C41C7}"/>
          </ac:spMkLst>
        </pc:spChg>
        <pc:spChg chg="add del">
          <ac:chgData name="gui.ifsp11@gmail.com" userId="S::urn:spo:guest#gui.ifsp11@gmail.com::" providerId="AD" clId="Web-{9F78E95D-00A8-E5A4-F5ED-FE1DE09DD6C2}" dt="2023-11-19T20:19:52.668" v="257"/>
          <ac:spMkLst>
            <pc:docMk/>
            <pc:sldMk cId="2106161384" sldId="363"/>
            <ac:spMk id="26" creationId="{E2384209-CB15-4CDF-9D31-C44FD9A3F20D}"/>
          </ac:spMkLst>
        </pc:spChg>
        <pc:spChg chg="add del">
          <ac:chgData name="gui.ifsp11@gmail.com" userId="S::urn:spo:guest#gui.ifsp11@gmail.com::" providerId="AD" clId="Web-{9F78E95D-00A8-E5A4-F5ED-FE1DE09DD6C2}" dt="2023-11-19T20:19:52.668" v="257"/>
          <ac:spMkLst>
            <pc:docMk/>
            <pc:sldMk cId="2106161384" sldId="363"/>
            <ac:spMk id="27" creationId="{2633B3B5-CC90-43F0-8714-D31D1F3F0209}"/>
          </ac:spMkLst>
        </pc:spChg>
        <pc:spChg chg="add del">
          <ac:chgData name="gui.ifsp11@gmail.com" userId="S::urn:spo:guest#gui.ifsp11@gmail.com::" providerId="AD" clId="Web-{9F78E95D-00A8-E5A4-F5ED-FE1DE09DD6C2}" dt="2023-11-19T20:19:52.668" v="257"/>
          <ac:spMkLst>
            <pc:docMk/>
            <pc:sldMk cId="2106161384" sldId="363"/>
            <ac:spMk id="28" creationId="{A8D57A06-A426-446D-B02C-A2DC6B62E45E}"/>
          </ac:spMkLst>
        </pc:spChg>
        <pc:spChg chg="add del">
          <ac:chgData name="gui.ifsp11@gmail.com" userId="S::urn:spo:guest#gui.ifsp11@gmail.com::" providerId="AD" clId="Web-{9F78E95D-00A8-E5A4-F5ED-FE1DE09DD6C2}" dt="2023-11-19T20:19:57.324" v="261"/>
          <ac:spMkLst>
            <pc:docMk/>
            <pc:sldMk cId="2106161384" sldId="363"/>
            <ac:spMk id="29" creationId="{CB44330D-EA18-4254-AA95-EB49948539B8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1" creationId="{F3060C83-F051-4F0E-ABAD-AA0DFC48B218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2" creationId="{83C98ABE-055B-441F-B07E-44F97F083C39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3" creationId="{29FDB030-9B49-4CED-8CCD-4D99382388AC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4" creationId="{3783CA14-24A1-485C-8B30-D6A5D87987AD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5" creationId="{9A97C86A-04D6-40F7-AE84-31AB43E6A846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6" creationId="{FF9F2414-84E8-453E-B1F3-389FDE8192D9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7" creationId="{3ECA69A1-7536-43AC-85EF-C7106179F5ED}"/>
          </ac:spMkLst>
        </pc:spChg>
        <pc:spChg chg="add del">
          <ac:chgData name="gui.ifsp11@gmail.com" userId="S::urn:spo:guest#gui.ifsp11@gmail.com::" providerId="AD" clId="Web-{9F78E95D-00A8-E5A4-F5ED-FE1DE09DD6C2}" dt="2023-11-19T20:20:04.746" v="265"/>
          <ac:spMkLst>
            <pc:docMk/>
            <pc:sldMk cId="2106161384" sldId="363"/>
            <ac:spMk id="39" creationId="{42A4FC2C-047E-45A5-965D-8E1E3BF09BC6}"/>
          </ac:spMkLst>
        </pc:spChg>
        <pc:spChg chg="add del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1" creationId="{AB8C311F-7253-4AED-9701-7FC0708C41C7}"/>
          </ac:spMkLst>
        </pc:spChg>
        <pc:spChg chg="add del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2" creationId="{E2384209-CB15-4CDF-9D31-C44FD9A3F20D}"/>
          </ac:spMkLst>
        </pc:spChg>
        <pc:spChg chg="add del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3" creationId="{2633B3B5-CC90-43F0-8714-D31D1F3F0209}"/>
          </ac:spMkLst>
        </pc:spChg>
        <pc:spChg chg="add del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4" creationId="{A8D57A06-A426-446D-B02C-A2DC6B62E45E}"/>
          </ac:spMkLst>
        </pc:spChg>
        <pc:spChg chg="add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9" creationId="{69D184B2-2226-4E31-BCCB-444330767440}"/>
          </ac:spMkLst>
        </pc:spChg>
        <pc:spChg chg="add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51" creationId="{1AC4D4E3-486A-464A-8EC8-D44881097267}"/>
          </ac:spMkLst>
        </pc:spChg>
        <pc:spChg chg="add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53" creationId="{864DE13E-58EB-4475-B79C-0D4FC651239B}"/>
          </ac:spMkLst>
        </pc:spChg>
        <pc:picChg chg="add mod">
          <ac:chgData name="gui.ifsp11@gmail.com" userId="S::urn:spo:guest#gui.ifsp11@gmail.com::" providerId="AD" clId="Web-{9F78E95D-00A8-E5A4-F5ED-FE1DE09DD6C2}" dt="2023-11-19T20:20:34.309" v="267"/>
          <ac:picMkLst>
            <pc:docMk/>
            <pc:sldMk cId="2106161384" sldId="363"/>
            <ac:picMk id="3" creationId="{CFD730D7-4B5E-D830-C41A-65DA581E8B90}"/>
          </ac:picMkLst>
        </pc:picChg>
      </pc:sldChg>
      <pc:sldChg chg="addSp modSp new mod setBg">
        <pc:chgData name="gui.ifsp11@gmail.com" userId="S::urn:spo:guest#gui.ifsp11@gmail.com::" providerId="AD" clId="Web-{9F78E95D-00A8-E5A4-F5ED-FE1DE09DD6C2}" dt="2023-11-19T20:27:03.553" v="297"/>
        <pc:sldMkLst>
          <pc:docMk/>
          <pc:sldMk cId="3263255116" sldId="364"/>
        </pc:sldMkLst>
        <pc:spChg chg="mod ord">
          <ac:chgData name="gui.ifsp11@gmail.com" userId="S::urn:spo:guest#gui.ifsp11@gmail.com::" providerId="AD" clId="Web-{9F78E95D-00A8-E5A4-F5ED-FE1DE09DD6C2}" dt="2023-11-19T20:27:03.553" v="297"/>
          <ac:spMkLst>
            <pc:docMk/>
            <pc:sldMk cId="3263255116" sldId="364"/>
            <ac:spMk id="2" creationId="{BABFB16D-92E2-ABD6-4C37-478B063911F5}"/>
          </ac:spMkLst>
        </pc:spChg>
        <pc:spChg chg="add">
          <ac:chgData name="gui.ifsp11@gmail.com" userId="S::urn:spo:guest#gui.ifsp11@gmail.com::" providerId="AD" clId="Web-{9F78E95D-00A8-E5A4-F5ED-FE1DE09DD6C2}" dt="2023-11-19T20:27:03.553" v="297"/>
          <ac:spMkLst>
            <pc:docMk/>
            <pc:sldMk cId="3263255116" sldId="364"/>
            <ac:spMk id="8" creationId="{69D184B2-2226-4E31-BCCB-444330767440}"/>
          </ac:spMkLst>
        </pc:spChg>
        <pc:spChg chg="add">
          <ac:chgData name="gui.ifsp11@gmail.com" userId="S::urn:spo:guest#gui.ifsp11@gmail.com::" providerId="AD" clId="Web-{9F78E95D-00A8-E5A4-F5ED-FE1DE09DD6C2}" dt="2023-11-19T20:27:03.553" v="297"/>
          <ac:spMkLst>
            <pc:docMk/>
            <pc:sldMk cId="3263255116" sldId="364"/>
            <ac:spMk id="10" creationId="{1AC4D4E3-486A-464A-8EC8-D44881097267}"/>
          </ac:spMkLst>
        </pc:spChg>
        <pc:spChg chg="add">
          <ac:chgData name="gui.ifsp11@gmail.com" userId="S::urn:spo:guest#gui.ifsp11@gmail.com::" providerId="AD" clId="Web-{9F78E95D-00A8-E5A4-F5ED-FE1DE09DD6C2}" dt="2023-11-19T20:27:03.553" v="297"/>
          <ac:spMkLst>
            <pc:docMk/>
            <pc:sldMk cId="3263255116" sldId="364"/>
            <ac:spMk id="12" creationId="{864DE13E-58EB-4475-B79C-0D4FC651239B}"/>
          </ac:spMkLst>
        </pc:spChg>
        <pc:picChg chg="add mod">
          <ac:chgData name="gui.ifsp11@gmail.com" userId="S::urn:spo:guest#gui.ifsp11@gmail.com::" providerId="AD" clId="Web-{9F78E95D-00A8-E5A4-F5ED-FE1DE09DD6C2}" dt="2023-11-19T20:27:03.553" v="297"/>
          <ac:picMkLst>
            <pc:docMk/>
            <pc:sldMk cId="3263255116" sldId="364"/>
            <ac:picMk id="3" creationId="{1BEBAE63-74B5-80BD-2930-36A37A843F8C}"/>
          </ac:picMkLst>
        </pc:picChg>
      </pc:sldChg>
      <pc:sldChg chg="add del replId">
        <pc:chgData name="gui.ifsp11@gmail.com" userId="S::urn:spo:guest#gui.ifsp11@gmail.com::" providerId="AD" clId="Web-{9F78E95D-00A8-E5A4-F5ED-FE1DE09DD6C2}" dt="2023-11-19T20:26:23.162" v="292"/>
        <pc:sldMkLst>
          <pc:docMk/>
          <pc:sldMk cId="4066781384" sldId="364"/>
        </pc:sldMkLst>
      </pc:sldChg>
      <pc:sldChg chg="modSp add ord replId">
        <pc:chgData name="gui.ifsp11@gmail.com" userId="S::urn:spo:guest#gui.ifsp11@gmail.com::" providerId="AD" clId="Web-{9F78E95D-00A8-E5A4-F5ED-FE1DE09DD6C2}" dt="2023-11-19T20:35:45.363" v="479" actId="20577"/>
        <pc:sldMkLst>
          <pc:docMk/>
          <pc:sldMk cId="600958512" sldId="365"/>
        </pc:sldMkLst>
        <pc:spChg chg="mod">
          <ac:chgData name="gui.ifsp11@gmail.com" userId="S::urn:spo:guest#gui.ifsp11@gmail.com::" providerId="AD" clId="Web-{9F78E95D-00A8-E5A4-F5ED-FE1DE09DD6C2}" dt="2023-11-19T20:35:45.363" v="479" actId="20577"/>
          <ac:spMkLst>
            <pc:docMk/>
            <pc:sldMk cId="600958512" sldId="36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28:56.150" v="320" actId="20577"/>
          <ac:spMkLst>
            <pc:docMk/>
            <pc:sldMk cId="600958512" sldId="365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9F78E95D-00A8-E5A4-F5ED-FE1DE09DD6C2}" dt="2023-11-19T20:38:14.632" v="639" actId="20577"/>
        <pc:sldMkLst>
          <pc:docMk/>
          <pc:sldMk cId="1180892413" sldId="366"/>
        </pc:sldMkLst>
        <pc:spChg chg="mod">
          <ac:chgData name="gui.ifsp11@gmail.com" userId="S::urn:spo:guest#gui.ifsp11@gmail.com::" providerId="AD" clId="Web-{9F78E95D-00A8-E5A4-F5ED-FE1DE09DD6C2}" dt="2023-11-19T20:38:14.632" v="639" actId="20577"/>
          <ac:spMkLst>
            <pc:docMk/>
            <pc:sldMk cId="1180892413" sldId="36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32:27.796" v="336" actId="20577"/>
          <ac:spMkLst>
            <pc:docMk/>
            <pc:sldMk cId="1180892413" sldId="366"/>
            <ac:spMk id="204" creationId="{00000000-0000-0000-0000-000000000000}"/>
          </ac:spMkLst>
        </pc:spChg>
      </pc:sldChg>
      <pc:sldChg chg="addSp delSp modSp new mod setBg">
        <pc:chgData name="gui.ifsp11@gmail.com" userId="S::urn:spo:guest#gui.ifsp11@gmail.com::" providerId="AD" clId="Web-{9F78E95D-00A8-E5A4-F5ED-FE1DE09DD6C2}" dt="2023-11-19T20:55:52.837" v="652"/>
        <pc:sldMkLst>
          <pc:docMk/>
          <pc:sldMk cId="3787011200" sldId="367"/>
        </pc:sldMkLst>
        <pc:spChg chg="mod ord">
          <ac:chgData name="gui.ifsp11@gmail.com" userId="S::urn:spo:guest#gui.ifsp11@gmail.com::" providerId="AD" clId="Web-{9F78E95D-00A8-E5A4-F5ED-FE1DE09DD6C2}" dt="2023-11-19T20:55:52.837" v="652"/>
          <ac:spMkLst>
            <pc:docMk/>
            <pc:sldMk cId="3787011200" sldId="367"/>
            <ac:spMk id="2" creationId="{C6BE556F-8F87-5B34-1422-3C15E15543B5}"/>
          </ac:spMkLst>
        </pc:spChg>
        <pc:spChg chg="add del">
          <ac:chgData name="gui.ifsp11@gmail.com" userId="S::urn:spo:guest#gui.ifsp11@gmail.com::" providerId="AD" clId="Web-{9F78E95D-00A8-E5A4-F5ED-FE1DE09DD6C2}" dt="2023-11-19T20:51:25.535" v="643"/>
          <ac:spMkLst>
            <pc:docMk/>
            <pc:sldMk cId="3787011200" sldId="367"/>
            <ac:spMk id="8" creationId="{42A4FC2C-047E-45A5-965D-8E1E3BF09BC6}"/>
          </ac:spMkLst>
        </pc:spChg>
        <pc:picChg chg="add del mod">
          <ac:chgData name="gui.ifsp11@gmail.com" userId="S::urn:spo:guest#gui.ifsp11@gmail.com::" providerId="AD" clId="Web-{9F78E95D-00A8-E5A4-F5ED-FE1DE09DD6C2}" dt="2023-11-19T20:51:26.582" v="644"/>
          <ac:picMkLst>
            <pc:docMk/>
            <pc:sldMk cId="3787011200" sldId="367"/>
            <ac:picMk id="3" creationId="{E0FEA515-91AA-6E31-D21A-CE9C5CAD464A}"/>
          </ac:picMkLst>
        </pc:picChg>
        <pc:picChg chg="add del mod">
          <ac:chgData name="gui.ifsp11@gmail.com" userId="S::urn:spo:guest#gui.ifsp11@gmail.com::" providerId="AD" clId="Web-{9F78E95D-00A8-E5A4-F5ED-FE1DE09DD6C2}" dt="2023-11-19T20:54:23.726" v="647"/>
          <ac:picMkLst>
            <pc:docMk/>
            <pc:sldMk cId="3787011200" sldId="367"/>
            <ac:picMk id="4" creationId="{5E373AA6-DABE-472B-250D-96741D39E0A5}"/>
          </ac:picMkLst>
        </pc:picChg>
        <pc:picChg chg="add del mod">
          <ac:chgData name="gui.ifsp11@gmail.com" userId="S::urn:spo:guest#gui.ifsp11@gmail.com::" providerId="AD" clId="Web-{9F78E95D-00A8-E5A4-F5ED-FE1DE09DD6C2}" dt="2023-11-19T20:55:38.181" v="650"/>
          <ac:picMkLst>
            <pc:docMk/>
            <pc:sldMk cId="3787011200" sldId="367"/>
            <ac:picMk id="5" creationId="{CFAC2ECF-BF50-373B-3A3B-27342DBA430E}"/>
          </ac:picMkLst>
        </pc:picChg>
        <pc:picChg chg="add mod">
          <ac:chgData name="gui.ifsp11@gmail.com" userId="S::urn:spo:guest#gui.ifsp11@gmail.com::" providerId="AD" clId="Web-{9F78E95D-00A8-E5A4-F5ED-FE1DE09DD6C2}" dt="2023-11-19T20:55:52.837" v="652"/>
          <ac:picMkLst>
            <pc:docMk/>
            <pc:sldMk cId="3787011200" sldId="367"/>
            <ac:picMk id="6" creationId="{2E126AEF-1583-4E5E-4EA5-BDE7877072B4}"/>
          </ac:picMkLst>
        </pc:picChg>
      </pc:sldChg>
      <pc:sldChg chg="modSp add ord replId">
        <pc:chgData name="gui.ifsp11@gmail.com" userId="S::urn:spo:guest#gui.ifsp11@gmail.com::" providerId="AD" clId="Web-{9F78E95D-00A8-E5A4-F5ED-FE1DE09DD6C2}" dt="2023-11-19T20:57:20.824" v="678" actId="20577"/>
        <pc:sldMkLst>
          <pc:docMk/>
          <pc:sldMk cId="3661451860" sldId="368"/>
        </pc:sldMkLst>
        <pc:spChg chg="mod">
          <ac:chgData name="gui.ifsp11@gmail.com" userId="S::urn:spo:guest#gui.ifsp11@gmail.com::" providerId="AD" clId="Web-{9F78E95D-00A8-E5A4-F5ED-FE1DE09DD6C2}" dt="2023-11-19T20:57:20.824" v="678" actId="20577"/>
          <ac:spMkLst>
            <pc:docMk/>
            <pc:sldMk cId="3661451860" sldId="368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57:04.167" v="674" actId="20577"/>
          <ac:spMkLst>
            <pc:docMk/>
            <pc:sldMk cId="3661451860" sldId="368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9F78E95D-00A8-E5A4-F5ED-FE1DE09DD6C2}" dt="2023-11-19T21:02:01.126" v="719" actId="20577"/>
        <pc:sldMkLst>
          <pc:docMk/>
          <pc:sldMk cId="2829081392" sldId="369"/>
        </pc:sldMkLst>
        <pc:spChg chg="mod">
          <ac:chgData name="gui.ifsp11@gmail.com" userId="S::urn:spo:guest#gui.ifsp11@gmail.com::" providerId="AD" clId="Web-{9F78E95D-00A8-E5A4-F5ED-FE1DE09DD6C2}" dt="2023-11-19T21:02:01.126" v="719" actId="20577"/>
          <ac:spMkLst>
            <pc:docMk/>
            <pc:sldMk cId="2829081392" sldId="369"/>
            <ac:spMk id="196" creationId="{00000000-0000-0000-0000-000000000000}"/>
          </ac:spMkLst>
        </pc:spChg>
      </pc:sldChg>
      <pc:sldChg chg="add replId">
        <pc:chgData name="gui.ifsp11@gmail.com" userId="S::urn:spo:guest#gui.ifsp11@gmail.com::" providerId="AD" clId="Web-{9F78E95D-00A8-E5A4-F5ED-FE1DE09DD6C2}" dt="2023-11-19T21:02:03.736" v="720"/>
        <pc:sldMkLst>
          <pc:docMk/>
          <pc:sldMk cId="4135022405" sldId="370"/>
        </pc:sldMkLst>
      </pc:sldChg>
      <pc:sldChg chg="modSp add replId">
        <pc:chgData name="gui.ifsp11@gmail.com" userId="S::urn:spo:guest#gui.ifsp11@gmail.com::" providerId="AD" clId="Web-{9F78E95D-00A8-E5A4-F5ED-FE1DE09DD6C2}" dt="2023-11-19T21:04:48.177" v="890" actId="20577"/>
        <pc:sldMkLst>
          <pc:docMk/>
          <pc:sldMk cId="2633553823" sldId="371"/>
        </pc:sldMkLst>
        <pc:spChg chg="mod">
          <ac:chgData name="gui.ifsp11@gmail.com" userId="S::urn:spo:guest#gui.ifsp11@gmail.com::" providerId="AD" clId="Web-{9F78E95D-00A8-E5A4-F5ED-FE1DE09DD6C2}" dt="2023-11-19T21:04:48.177" v="890" actId="20577"/>
          <ac:spMkLst>
            <pc:docMk/>
            <pc:sldMk cId="2633553823" sldId="37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1:03:31.675" v="810" actId="20577"/>
          <ac:spMkLst>
            <pc:docMk/>
            <pc:sldMk cId="2633553823" sldId="371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85A5485-2782-15ED-ACCE-C09C5F2E0968}"/>
    <pc:docChg chg="modSld">
      <pc:chgData name="Leonardo Moreira Ropelato" userId="S::leonardo.ropelato@dio.me::a289a7f8-9c5e-44ce-8a70-4fb6bc72822a" providerId="AD" clId="Web-{A85A5485-2782-15ED-ACCE-C09C5F2E0968}" dt="2023-06-27T21:32:24.119" v="1" actId="20577"/>
      <pc:docMkLst>
        <pc:docMk/>
      </pc:docMkLst>
      <pc:sldChg chg="modSp">
        <pc:chgData name="Leonardo Moreira Ropelato" userId="S::leonardo.ropelato@dio.me::a289a7f8-9c5e-44ce-8a70-4fb6bc72822a" providerId="AD" clId="Web-{A85A5485-2782-15ED-ACCE-C09C5F2E0968}" dt="2023-06-27T21:32:24.119" v="1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85A5485-2782-15ED-ACCE-C09C5F2E0968}" dt="2023-06-27T21:32:24.119" v="1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gui.ifsp11@gmail.com" userId="S::urn:spo:guest#gui.ifsp11@gmail.com::" providerId="AD" clId="Web-{FCD01219-688B-AFD1-70F8-B45B0DB62BEC}"/>
    <pc:docChg chg="addSld delSld modSld sldOrd">
      <pc:chgData name="gui.ifsp11@gmail.com" userId="S::urn:spo:guest#gui.ifsp11@gmail.com::" providerId="AD" clId="Web-{FCD01219-688B-AFD1-70F8-B45B0DB62BEC}" dt="2023-07-19T06:56:25.172" v="2909" actId="20577"/>
      <pc:docMkLst>
        <pc:docMk/>
      </pc:docMkLst>
      <pc:sldChg chg="modSp">
        <pc:chgData name="gui.ifsp11@gmail.com" userId="S::urn:spo:guest#gui.ifsp11@gmail.com::" providerId="AD" clId="Web-{FCD01219-688B-AFD1-70F8-B45B0DB62BEC}" dt="2023-07-19T05:07:33.312" v="427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FCD01219-688B-AFD1-70F8-B45B0DB62BEC}" dt="2023-07-19T05:07:33.312" v="427" actId="20577"/>
          <ac:spMkLst>
            <pc:docMk/>
            <pc:sldMk cId="0" sldId="260"/>
            <ac:spMk id="155" creationId="{00000000-0000-0000-0000-000000000000}"/>
          </ac:spMkLst>
        </pc:spChg>
      </pc:sldChg>
      <pc:sldChg chg="modSp">
        <pc:chgData name="gui.ifsp11@gmail.com" userId="S::urn:spo:guest#gui.ifsp11@gmail.com::" providerId="AD" clId="Web-{FCD01219-688B-AFD1-70F8-B45B0DB62BEC}" dt="2023-07-19T04:54:34.356" v="78" actId="20577"/>
        <pc:sldMkLst>
          <pc:docMk/>
          <pc:sldMk cId="0" sldId="263"/>
        </pc:sldMkLst>
        <pc:spChg chg="mod">
          <ac:chgData name="gui.ifsp11@gmail.com" userId="S::urn:spo:guest#gui.ifsp11@gmail.com::" providerId="AD" clId="Web-{FCD01219-688B-AFD1-70F8-B45B0DB62BEC}" dt="2023-07-19T04:54:34.356" v="78" actId="20577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gui.ifsp11@gmail.com" userId="S::urn:spo:guest#gui.ifsp11@gmail.com::" providerId="AD" clId="Web-{FCD01219-688B-AFD1-70F8-B45B0DB62BEC}" dt="2023-07-19T05:07:06.858" v="404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FCD01219-688B-AFD1-70F8-B45B0DB62BEC}" dt="2023-07-19T05:07:06.858" v="404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FCD01219-688B-AFD1-70F8-B45B0DB62BEC}" dt="2023-07-19T05:07:18.655" v="422" actId="20577"/>
        <pc:sldMkLst>
          <pc:docMk/>
          <pc:sldMk cId="0" sldId="265"/>
        </pc:sldMkLst>
        <pc:spChg chg="mod">
          <ac:chgData name="gui.ifsp11@gmail.com" userId="S::urn:spo:guest#gui.ifsp11@gmail.com::" providerId="AD" clId="Web-{FCD01219-688B-AFD1-70F8-B45B0DB62BEC}" dt="2023-07-19T05:01:53.175" v="235" actId="20577"/>
          <ac:spMkLst>
            <pc:docMk/>
            <pc:sldMk cId="0" sldId="265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07:18.655" v="422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gui.ifsp11@gmail.com" userId="S::urn:spo:guest#gui.ifsp11@gmail.com::" providerId="AD" clId="Web-{FCD01219-688B-AFD1-70F8-B45B0DB62BEC}" dt="2023-07-19T05:04:24.134" v="331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FCD01219-688B-AFD1-70F8-B45B0DB62BEC}" dt="2023-07-19T05:04:24.134" v="331" actId="20577"/>
          <ac:spMkLst>
            <pc:docMk/>
            <pc:sldMk cId="0" sldId="26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03:10.303" v="256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gui.ifsp11@gmail.com" userId="S::urn:spo:guest#gui.ifsp11@gmail.com::" providerId="AD" clId="Web-{FCD01219-688B-AFD1-70F8-B45B0DB62BEC}" dt="2023-07-19T05:00:57.142" v="216"/>
        <pc:sldMkLst>
          <pc:docMk/>
          <pc:sldMk cId="0" sldId="272"/>
        </pc:sldMkLst>
      </pc:sldChg>
      <pc:sldChg chg="del">
        <pc:chgData name="gui.ifsp11@gmail.com" userId="S::urn:spo:guest#gui.ifsp11@gmail.com::" providerId="AD" clId="Web-{FCD01219-688B-AFD1-70F8-B45B0DB62BEC}" dt="2023-07-19T05:00:48.376" v="215"/>
        <pc:sldMkLst>
          <pc:docMk/>
          <pc:sldMk cId="0" sldId="273"/>
        </pc:sldMkLst>
      </pc:sldChg>
      <pc:sldChg chg="del">
        <pc:chgData name="gui.ifsp11@gmail.com" userId="S::urn:spo:guest#gui.ifsp11@gmail.com::" providerId="AD" clId="Web-{FCD01219-688B-AFD1-70F8-B45B0DB62BEC}" dt="2023-07-19T05:00:39.423" v="214"/>
        <pc:sldMkLst>
          <pc:docMk/>
          <pc:sldMk cId="0" sldId="274"/>
        </pc:sldMkLst>
      </pc:sldChg>
      <pc:sldChg chg="modSp">
        <pc:chgData name="gui.ifsp11@gmail.com" userId="S::urn:spo:guest#gui.ifsp11@gmail.com::" providerId="AD" clId="Web-{FCD01219-688B-AFD1-70F8-B45B0DB62BEC}" dt="2023-07-19T04:53:59.011" v="63" actId="20577"/>
        <pc:sldMkLst>
          <pc:docMk/>
          <pc:sldMk cId="2315204132" sldId="277"/>
        </pc:sldMkLst>
        <pc:spChg chg="mod">
          <ac:chgData name="gui.ifsp11@gmail.com" userId="S::urn:spo:guest#gui.ifsp11@gmail.com::" providerId="AD" clId="Web-{FCD01219-688B-AFD1-70F8-B45B0DB62BEC}" dt="2023-07-19T04:53:59.011" v="63" actId="20577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gui.ifsp11@gmail.com" userId="S::urn:spo:guest#gui.ifsp11@gmail.com::" providerId="AD" clId="Web-{FCD01219-688B-AFD1-70F8-B45B0DB62BEC}" dt="2023-07-19T04:59:04.373" v="211"/>
        <pc:sldMkLst>
          <pc:docMk/>
          <pc:sldMk cId="3927404471" sldId="282"/>
        </pc:sldMkLst>
      </pc:sldChg>
      <pc:sldChg chg="del">
        <pc:chgData name="gui.ifsp11@gmail.com" userId="S::urn:spo:guest#gui.ifsp11@gmail.com::" providerId="AD" clId="Web-{FCD01219-688B-AFD1-70F8-B45B0DB62BEC}" dt="2023-07-19T05:00:20.297" v="212"/>
        <pc:sldMkLst>
          <pc:docMk/>
          <pc:sldMk cId="3346671071" sldId="283"/>
        </pc:sldMkLst>
      </pc:sldChg>
      <pc:sldChg chg="del">
        <pc:chgData name="gui.ifsp11@gmail.com" userId="S::urn:spo:guest#gui.ifsp11@gmail.com::" providerId="AD" clId="Web-{FCD01219-688B-AFD1-70F8-B45B0DB62BEC}" dt="2023-07-19T05:00:22.250" v="213"/>
        <pc:sldMkLst>
          <pc:docMk/>
          <pc:sldMk cId="779981983" sldId="284"/>
        </pc:sldMkLst>
      </pc:sldChg>
      <pc:sldChg chg="addSp delSp modSp">
        <pc:chgData name="gui.ifsp11@gmail.com" userId="S::urn:spo:guest#gui.ifsp11@gmail.com::" providerId="AD" clId="Web-{FCD01219-688B-AFD1-70F8-B45B0DB62BEC}" dt="2023-07-19T05:23:39.798" v="605"/>
        <pc:sldMkLst>
          <pc:docMk/>
          <pc:sldMk cId="1541066508" sldId="285"/>
        </pc:sldMkLst>
        <pc:spChg chg="del">
          <ac:chgData name="gui.ifsp11@gmail.com" userId="S::urn:spo:guest#gui.ifsp11@gmail.com::" providerId="AD" clId="Web-{FCD01219-688B-AFD1-70F8-B45B0DB62BEC}" dt="2023-07-19T05:17:02.815" v="600"/>
          <ac:spMkLst>
            <pc:docMk/>
            <pc:sldMk cId="1541066508" sldId="285"/>
            <ac:spMk id="2" creationId="{63A84542-D761-51B2-FFDB-AEB02D45A80A}"/>
          </ac:spMkLst>
        </pc:spChg>
        <pc:spChg chg="add del mod">
          <ac:chgData name="gui.ifsp11@gmail.com" userId="S::urn:spo:guest#gui.ifsp11@gmail.com::" providerId="AD" clId="Web-{FCD01219-688B-AFD1-70F8-B45B0DB62BEC}" dt="2023-07-19T05:23:39.798" v="605"/>
          <ac:spMkLst>
            <pc:docMk/>
            <pc:sldMk cId="1541066508" sldId="285"/>
            <ac:spMk id="5" creationId="{089027DC-2C17-5AF5-FCA5-4FEC7DA0CBF9}"/>
          </ac:spMkLst>
        </pc:spChg>
        <pc:spChg chg="mod">
          <ac:chgData name="gui.ifsp11@gmail.com" userId="S::urn:spo:guest#gui.ifsp11@gmail.com::" providerId="AD" clId="Web-{FCD01219-688B-AFD1-70F8-B45B0DB62BEC}" dt="2023-07-19T05:11:43.867" v="593" actId="20577"/>
          <ac:spMkLst>
            <pc:docMk/>
            <pc:sldMk cId="1541066508" sldId="285"/>
            <ac:spMk id="204" creationId="{00000000-0000-0000-0000-000000000000}"/>
          </ac:spMkLst>
        </pc:spChg>
        <pc:picChg chg="add mod">
          <ac:chgData name="gui.ifsp11@gmail.com" userId="S::urn:spo:guest#gui.ifsp11@gmail.com::" providerId="AD" clId="Web-{FCD01219-688B-AFD1-70F8-B45B0DB62BEC}" dt="2023-07-19T05:16:41.471" v="597" actId="1076"/>
          <ac:picMkLst>
            <pc:docMk/>
            <pc:sldMk cId="1541066508" sldId="285"/>
            <ac:picMk id="4" creationId="{FA29D308-D44E-E1FB-C5CA-9C1FD2699B3D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5:06:33.810" v="391" actId="20577"/>
        <pc:sldMkLst>
          <pc:docMk/>
          <pc:sldMk cId="3035913142" sldId="286"/>
        </pc:sldMkLst>
        <pc:spChg chg="mod">
          <ac:chgData name="gui.ifsp11@gmail.com" userId="S::urn:spo:guest#gui.ifsp11@gmail.com::" providerId="AD" clId="Web-{FCD01219-688B-AFD1-70F8-B45B0DB62BEC}" dt="2023-07-19T05:06:33.810" v="391" actId="20577"/>
          <ac:spMkLst>
            <pc:docMk/>
            <pc:sldMk cId="3035913142" sldId="286"/>
            <ac:spMk id="18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23:53.721" v="609" actId="20577"/>
        <pc:sldMkLst>
          <pc:docMk/>
          <pc:sldMk cId="2436521811" sldId="287"/>
        </pc:sldMkLst>
        <pc:spChg chg="mod">
          <ac:chgData name="gui.ifsp11@gmail.com" userId="S::urn:spo:guest#gui.ifsp11@gmail.com::" providerId="AD" clId="Web-{FCD01219-688B-AFD1-70F8-B45B0DB62BEC}" dt="2023-07-19T05:09:21.878" v="517" actId="20577"/>
          <ac:spMkLst>
            <pc:docMk/>
            <pc:sldMk cId="2436521811" sldId="28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23:53.721" v="609" actId="20577"/>
          <ac:spMkLst>
            <pc:docMk/>
            <pc:sldMk cId="2436521811" sldId="287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FCD01219-688B-AFD1-70F8-B45B0DB62BEC}" dt="2023-07-19T05:31:21.798" v="769" actId="20577"/>
        <pc:sldMkLst>
          <pc:docMk/>
          <pc:sldMk cId="3813909641" sldId="288"/>
        </pc:sldMkLst>
        <pc:spChg chg="mod">
          <ac:chgData name="gui.ifsp11@gmail.com" userId="S::urn:spo:guest#gui.ifsp11@gmail.com::" providerId="AD" clId="Web-{FCD01219-688B-AFD1-70F8-B45B0DB62BEC}" dt="2023-07-19T05:31:21.798" v="769" actId="20577"/>
          <ac:spMkLst>
            <pc:docMk/>
            <pc:sldMk cId="3813909641" sldId="288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FCD01219-688B-AFD1-70F8-B45B0DB62BEC}" dt="2023-07-19T05:11:21.351" v="588" actId="20577"/>
        <pc:sldMkLst>
          <pc:docMk/>
          <pc:sldMk cId="3380244535" sldId="289"/>
        </pc:sldMkLst>
        <pc:spChg chg="mod">
          <ac:chgData name="gui.ifsp11@gmail.com" userId="S::urn:spo:guest#gui.ifsp11@gmail.com::" providerId="AD" clId="Web-{FCD01219-688B-AFD1-70F8-B45B0DB62BEC}" dt="2023-07-19T05:11:21.351" v="588" actId="20577"/>
          <ac:spMkLst>
            <pc:docMk/>
            <pc:sldMk cId="3380244535" sldId="289"/>
            <ac:spMk id="203" creationId="{00000000-0000-0000-0000-000000000000}"/>
          </ac:spMkLst>
        </pc:spChg>
      </pc:sldChg>
      <pc:sldChg chg="addSp delSp modSp add ord replId">
        <pc:chgData name="gui.ifsp11@gmail.com" userId="S::urn:spo:guest#gui.ifsp11@gmail.com::" providerId="AD" clId="Web-{FCD01219-688B-AFD1-70F8-B45B0DB62BEC}" dt="2023-07-19T05:38:33.891" v="946"/>
        <pc:sldMkLst>
          <pc:docMk/>
          <pc:sldMk cId="210226847" sldId="290"/>
        </pc:sldMkLst>
        <pc:spChg chg="mod">
          <ac:chgData name="gui.ifsp11@gmail.com" userId="S::urn:spo:guest#gui.ifsp11@gmail.com::" providerId="AD" clId="Web-{FCD01219-688B-AFD1-70F8-B45B0DB62BEC}" dt="2023-07-19T05:37:17.982" v="920" actId="20577"/>
          <ac:spMkLst>
            <pc:docMk/>
            <pc:sldMk cId="210226847" sldId="290"/>
            <ac:spMk id="204" creationId="{00000000-0000-0000-0000-000000000000}"/>
          </ac:spMkLst>
        </pc:spChg>
        <pc:picChg chg="del">
          <ac:chgData name="gui.ifsp11@gmail.com" userId="S::urn:spo:guest#gui.ifsp11@gmail.com::" providerId="AD" clId="Web-{FCD01219-688B-AFD1-70F8-B45B0DB62BEC}" dt="2023-07-19T05:16:57.549" v="599"/>
          <ac:picMkLst>
            <pc:docMk/>
            <pc:sldMk cId="210226847" sldId="290"/>
            <ac:picMk id="4" creationId="{FA29D308-D44E-E1FB-C5CA-9C1FD2699B3D}"/>
          </ac:picMkLst>
        </pc:picChg>
        <pc:picChg chg="add del">
          <ac:chgData name="gui.ifsp11@gmail.com" userId="S::urn:spo:guest#gui.ifsp11@gmail.com::" providerId="AD" clId="Web-{FCD01219-688B-AFD1-70F8-B45B0DB62BEC}" dt="2023-07-19T05:36:28.121" v="902"/>
          <ac:picMkLst>
            <pc:docMk/>
            <pc:sldMk cId="210226847" sldId="290"/>
            <ac:picMk id="8" creationId="{24267F58-CED1-72F2-68BD-848EA6FAE01B}"/>
          </ac:picMkLst>
        </pc:picChg>
      </pc:sldChg>
      <pc:sldChg chg="modSp add ord replId">
        <pc:chgData name="gui.ifsp11@gmail.com" userId="S::urn:spo:guest#gui.ifsp11@gmail.com::" providerId="AD" clId="Web-{FCD01219-688B-AFD1-70F8-B45B0DB62BEC}" dt="2023-07-19T05:28:27.261" v="746"/>
        <pc:sldMkLst>
          <pc:docMk/>
          <pc:sldMk cId="350892751" sldId="291"/>
        </pc:sldMkLst>
        <pc:spChg chg="mod">
          <ac:chgData name="gui.ifsp11@gmail.com" userId="S::urn:spo:guest#gui.ifsp11@gmail.com::" providerId="AD" clId="Web-{FCD01219-688B-AFD1-70F8-B45B0DB62BEC}" dt="2023-07-19T05:28:20.683" v="745" actId="20577"/>
          <ac:spMkLst>
            <pc:docMk/>
            <pc:sldMk cId="350892751" sldId="29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26:17.491" v="622" actId="20577"/>
          <ac:spMkLst>
            <pc:docMk/>
            <pc:sldMk cId="350892751" sldId="291"/>
            <ac:spMk id="204" creationId="{00000000-0000-0000-0000-000000000000}"/>
          </ac:spMkLst>
        </pc:spChg>
      </pc:sldChg>
      <pc:sldChg chg="addSp delSp modSp add del ord replId">
        <pc:chgData name="gui.ifsp11@gmail.com" userId="S::urn:spo:guest#gui.ifsp11@gmail.com::" providerId="AD" clId="Web-{FCD01219-688B-AFD1-70F8-B45B0DB62BEC}" dt="2023-07-19T05:37:38.514" v="939" actId="20577"/>
        <pc:sldMkLst>
          <pc:docMk/>
          <pc:sldMk cId="1214662181" sldId="292"/>
        </pc:sldMkLst>
        <pc:spChg chg="mod">
          <ac:chgData name="gui.ifsp11@gmail.com" userId="S::urn:spo:guest#gui.ifsp11@gmail.com::" providerId="AD" clId="Web-{FCD01219-688B-AFD1-70F8-B45B0DB62BEC}" dt="2023-07-19T05:37:38.514" v="939" actId="20577"/>
          <ac:spMkLst>
            <pc:docMk/>
            <pc:sldMk cId="1214662181" sldId="292"/>
            <ac:spMk id="204" creationId="{00000000-0000-0000-0000-000000000000}"/>
          </ac:spMkLst>
        </pc:spChg>
        <pc:picChg chg="add del mod">
          <ac:chgData name="gui.ifsp11@gmail.com" userId="S::urn:spo:guest#gui.ifsp11@gmail.com::" providerId="AD" clId="Web-{FCD01219-688B-AFD1-70F8-B45B0DB62BEC}" dt="2023-07-19T05:29:33.138" v="752"/>
          <ac:picMkLst>
            <pc:docMk/>
            <pc:sldMk cId="1214662181" sldId="292"/>
            <ac:picMk id="2" creationId="{3B2DE3F9-6DF4-1405-A1CC-4159BF845299}"/>
          </ac:picMkLst>
        </pc:picChg>
        <pc:picChg chg="del">
          <ac:chgData name="gui.ifsp11@gmail.com" userId="S::urn:spo:guest#gui.ifsp11@gmail.com::" providerId="AD" clId="Web-{FCD01219-688B-AFD1-70F8-B45B0DB62BEC}" dt="2023-07-19T05:30:10.499" v="756"/>
          <ac:picMkLst>
            <pc:docMk/>
            <pc:sldMk cId="1214662181" sldId="292"/>
            <ac:picMk id="4" creationId="{FA29D308-D44E-E1FB-C5CA-9C1FD2699B3D}"/>
          </ac:picMkLst>
        </pc:picChg>
        <pc:picChg chg="add mod">
          <ac:chgData name="gui.ifsp11@gmail.com" userId="S::urn:spo:guest#gui.ifsp11@gmail.com::" providerId="AD" clId="Web-{FCD01219-688B-AFD1-70F8-B45B0DB62BEC}" dt="2023-07-19T05:30:08.108" v="755" actId="14100"/>
          <ac:picMkLst>
            <pc:docMk/>
            <pc:sldMk cId="1214662181" sldId="292"/>
            <ac:picMk id="5" creationId="{96F0FC74-13E4-6748-E6F5-5CE919D46274}"/>
          </ac:picMkLst>
        </pc:picChg>
        <pc:picChg chg="add del mod">
          <ac:chgData name="gui.ifsp11@gmail.com" userId="S::urn:spo:guest#gui.ifsp11@gmail.com::" providerId="AD" clId="Web-{FCD01219-688B-AFD1-70F8-B45B0DB62BEC}" dt="2023-07-19T05:37:30.670" v="924"/>
          <ac:picMkLst>
            <pc:docMk/>
            <pc:sldMk cId="1214662181" sldId="292"/>
            <ac:picMk id="7" creationId="{F000F42D-C750-5517-0C50-C7300192F0DC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5:33:31.396" v="863" actId="20577"/>
        <pc:sldMkLst>
          <pc:docMk/>
          <pc:sldMk cId="3232525608" sldId="293"/>
        </pc:sldMkLst>
        <pc:spChg chg="mod">
          <ac:chgData name="gui.ifsp11@gmail.com" userId="S::urn:spo:guest#gui.ifsp11@gmail.com::" providerId="AD" clId="Web-{FCD01219-688B-AFD1-70F8-B45B0DB62BEC}" dt="2023-07-19T05:33:31.396" v="863" actId="20577"/>
          <ac:spMkLst>
            <pc:docMk/>
            <pc:sldMk cId="3232525608" sldId="29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32:32.129" v="790" actId="20577"/>
          <ac:spMkLst>
            <pc:docMk/>
            <pc:sldMk cId="3232525608" sldId="29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31:18.548" v="768" actId="20577"/>
        <pc:sldMkLst>
          <pc:docMk/>
          <pc:sldMk cId="1292702605" sldId="294"/>
        </pc:sldMkLst>
        <pc:spChg chg="mod">
          <ac:chgData name="gui.ifsp11@gmail.com" userId="S::urn:spo:guest#gui.ifsp11@gmail.com::" providerId="AD" clId="Web-{FCD01219-688B-AFD1-70F8-B45B0DB62BEC}" dt="2023-07-19T05:31:18.548" v="768" actId="20577"/>
          <ac:spMkLst>
            <pc:docMk/>
            <pc:sldMk cId="1292702605" sldId="294"/>
            <ac:spMk id="196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5:39:32.565" v="975" actId="20577"/>
        <pc:sldMkLst>
          <pc:docMk/>
          <pc:sldMk cId="2759990096" sldId="295"/>
        </pc:sldMkLst>
        <pc:spChg chg="mod">
          <ac:chgData name="gui.ifsp11@gmail.com" userId="S::urn:spo:guest#gui.ifsp11@gmail.com::" providerId="AD" clId="Web-{FCD01219-688B-AFD1-70F8-B45B0DB62BEC}" dt="2023-07-19T05:39:32.565" v="975" actId="20577"/>
          <ac:spMkLst>
            <pc:docMk/>
            <pc:sldMk cId="2759990096" sldId="295"/>
            <ac:spMk id="204" creationId="{00000000-0000-0000-0000-000000000000}"/>
          </ac:spMkLst>
        </pc:spChg>
        <pc:picChg chg="add mod ord">
          <ac:chgData name="gui.ifsp11@gmail.com" userId="S::urn:spo:guest#gui.ifsp11@gmail.com::" providerId="AD" clId="Web-{FCD01219-688B-AFD1-70F8-B45B0DB62BEC}" dt="2023-07-19T05:38:19.828" v="944"/>
          <ac:picMkLst>
            <pc:docMk/>
            <pc:sldMk cId="2759990096" sldId="295"/>
            <ac:picMk id="2" creationId="{2BF24544-2388-AC62-12DD-A61D79E8A204}"/>
          </ac:picMkLst>
        </pc:picChg>
        <pc:picChg chg="del">
          <ac:chgData name="gui.ifsp11@gmail.com" userId="S::urn:spo:guest#gui.ifsp11@gmail.com::" providerId="AD" clId="Web-{FCD01219-688B-AFD1-70F8-B45B0DB62BEC}" dt="2023-07-19T05:38:22" v="945"/>
          <ac:picMkLst>
            <pc:docMk/>
            <pc:sldMk cId="2759990096" sldId="295"/>
            <ac:picMk id="5" creationId="{96F0FC74-13E4-6748-E6F5-5CE919D46274}"/>
          </ac:picMkLst>
        </pc:picChg>
      </pc:sldChg>
      <pc:sldChg chg="add replId">
        <pc:chgData name="gui.ifsp11@gmail.com" userId="S::urn:spo:guest#gui.ifsp11@gmail.com::" providerId="AD" clId="Web-{FCD01219-688B-AFD1-70F8-B45B0DB62BEC}" dt="2023-07-19T05:38:42.094" v="947"/>
        <pc:sldMkLst>
          <pc:docMk/>
          <pc:sldMk cId="1170869944" sldId="296"/>
        </pc:sldMkLst>
      </pc:sldChg>
      <pc:sldChg chg="modSp add replId">
        <pc:chgData name="gui.ifsp11@gmail.com" userId="S::urn:spo:guest#gui.ifsp11@gmail.com::" providerId="AD" clId="Web-{FCD01219-688B-AFD1-70F8-B45B0DB62BEC}" dt="2023-07-19T05:40:46.349" v="1041" actId="20577"/>
        <pc:sldMkLst>
          <pc:docMk/>
          <pc:sldMk cId="1632331382" sldId="297"/>
        </pc:sldMkLst>
        <pc:spChg chg="mod">
          <ac:chgData name="gui.ifsp11@gmail.com" userId="S::urn:spo:guest#gui.ifsp11@gmail.com::" providerId="AD" clId="Web-{FCD01219-688B-AFD1-70F8-B45B0DB62BEC}" dt="2023-07-19T05:40:46.349" v="1041" actId="20577"/>
          <ac:spMkLst>
            <pc:docMk/>
            <pc:sldMk cId="1632331382" sldId="29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39:30.190" v="974" actId="20577"/>
          <ac:spMkLst>
            <pc:docMk/>
            <pc:sldMk cId="1632331382" sldId="297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FCD01219-688B-AFD1-70F8-B45B0DB62BEC}" dt="2023-07-19T05:41:24.694" v="1055" actId="20577"/>
        <pc:sldMkLst>
          <pc:docMk/>
          <pc:sldMk cId="703278229" sldId="298"/>
        </pc:sldMkLst>
        <pc:spChg chg="mod">
          <ac:chgData name="gui.ifsp11@gmail.com" userId="S::urn:spo:guest#gui.ifsp11@gmail.com::" providerId="AD" clId="Web-{FCD01219-688B-AFD1-70F8-B45B0DB62BEC}" dt="2023-07-19T05:41:24.694" v="1055" actId="20577"/>
          <ac:spMkLst>
            <pc:docMk/>
            <pc:sldMk cId="703278229" sldId="298"/>
            <ac:spMk id="196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43:46.901" v="1191" actId="20577"/>
        <pc:sldMkLst>
          <pc:docMk/>
          <pc:sldMk cId="3331914111" sldId="299"/>
        </pc:sldMkLst>
        <pc:spChg chg="mod">
          <ac:chgData name="gui.ifsp11@gmail.com" userId="S::urn:spo:guest#gui.ifsp11@gmail.com::" providerId="AD" clId="Web-{FCD01219-688B-AFD1-70F8-B45B0DB62BEC}" dt="2023-07-19T05:43:46.901" v="1191" actId="20577"/>
          <ac:spMkLst>
            <pc:docMk/>
            <pc:sldMk cId="3331914111" sldId="299"/>
            <ac:spMk id="203" creationId="{00000000-0000-0000-0000-000000000000}"/>
          </ac:spMkLst>
        </pc:spChg>
      </pc:sldChg>
      <pc:sldChg chg="addSp delSp modSp add ord replId">
        <pc:chgData name="gui.ifsp11@gmail.com" userId="S::urn:spo:guest#gui.ifsp11@gmail.com::" providerId="AD" clId="Web-{FCD01219-688B-AFD1-70F8-B45B0DB62BEC}" dt="2023-07-19T05:46:32.987" v="1201"/>
        <pc:sldMkLst>
          <pc:docMk/>
          <pc:sldMk cId="1995888206" sldId="300"/>
        </pc:sldMkLst>
        <pc:spChg chg="add del mod">
          <ac:chgData name="gui.ifsp11@gmail.com" userId="S::urn:spo:guest#gui.ifsp11@gmail.com::" providerId="AD" clId="Web-{FCD01219-688B-AFD1-70F8-B45B0DB62BEC}" dt="2023-07-19T05:46:05.299" v="1197"/>
          <ac:spMkLst>
            <pc:docMk/>
            <pc:sldMk cId="1995888206" sldId="300"/>
            <ac:spMk id="4" creationId="{5B25B3EC-2686-5908-23BC-C03C702D2A03}"/>
          </ac:spMkLst>
        </pc:spChg>
        <pc:picChg chg="del">
          <ac:chgData name="gui.ifsp11@gmail.com" userId="S::urn:spo:guest#gui.ifsp11@gmail.com::" providerId="AD" clId="Web-{FCD01219-688B-AFD1-70F8-B45B0DB62BEC}" dt="2023-07-19T05:46:32.987" v="1201"/>
          <ac:picMkLst>
            <pc:docMk/>
            <pc:sldMk cId="1995888206" sldId="300"/>
            <ac:picMk id="2" creationId="{2BF24544-2388-AC62-12DD-A61D79E8A204}"/>
          </ac:picMkLst>
        </pc:picChg>
        <pc:picChg chg="add mod">
          <ac:chgData name="gui.ifsp11@gmail.com" userId="S::urn:spo:guest#gui.ifsp11@gmail.com::" providerId="AD" clId="Web-{FCD01219-688B-AFD1-70F8-B45B0DB62BEC}" dt="2023-07-19T05:46:31.190" v="1200" actId="14100"/>
          <ac:picMkLst>
            <pc:docMk/>
            <pc:sldMk cId="1995888206" sldId="300"/>
            <ac:picMk id="5" creationId="{A00652E6-B5F5-BD5A-5D3E-2F9DCA47402E}"/>
          </ac:picMkLst>
        </pc:picChg>
      </pc:sldChg>
      <pc:sldChg chg="addSp delSp modSp add replId">
        <pc:chgData name="gui.ifsp11@gmail.com" userId="S::urn:spo:guest#gui.ifsp11@gmail.com::" providerId="AD" clId="Web-{FCD01219-688B-AFD1-70F8-B45B0DB62BEC}" dt="2023-07-19T05:49:22.309" v="1313"/>
        <pc:sldMkLst>
          <pc:docMk/>
          <pc:sldMk cId="1132208312" sldId="301"/>
        </pc:sldMkLst>
        <pc:picChg chg="add mod">
          <ac:chgData name="gui.ifsp11@gmail.com" userId="S::urn:spo:guest#gui.ifsp11@gmail.com::" providerId="AD" clId="Web-{FCD01219-688B-AFD1-70F8-B45B0DB62BEC}" dt="2023-07-19T05:49:20.668" v="1312" actId="14100"/>
          <ac:picMkLst>
            <pc:docMk/>
            <pc:sldMk cId="1132208312" sldId="301"/>
            <ac:picMk id="2" creationId="{71769CCD-45DD-3966-AAC3-4B7CE26265B6}"/>
          </ac:picMkLst>
        </pc:picChg>
        <pc:picChg chg="del">
          <ac:chgData name="gui.ifsp11@gmail.com" userId="S::urn:spo:guest#gui.ifsp11@gmail.com::" providerId="AD" clId="Web-{FCD01219-688B-AFD1-70F8-B45B0DB62BEC}" dt="2023-07-19T05:49:22.309" v="1313"/>
          <ac:picMkLst>
            <pc:docMk/>
            <pc:sldMk cId="1132208312" sldId="301"/>
            <ac:picMk id="5" creationId="{A00652E6-B5F5-BD5A-5D3E-2F9DCA47402E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5:48:18.213" v="1307" actId="20577"/>
        <pc:sldMkLst>
          <pc:docMk/>
          <pc:sldMk cId="2061612397" sldId="302"/>
        </pc:sldMkLst>
        <pc:spChg chg="mod">
          <ac:chgData name="gui.ifsp11@gmail.com" userId="S::urn:spo:guest#gui.ifsp11@gmail.com::" providerId="AD" clId="Web-{FCD01219-688B-AFD1-70F8-B45B0DB62BEC}" dt="2023-07-19T05:48:18.213" v="1307" actId="20577"/>
          <ac:spMkLst>
            <pc:docMk/>
            <pc:sldMk cId="2061612397" sldId="302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47:10.020" v="1223" actId="20577"/>
        <pc:sldMkLst>
          <pc:docMk/>
          <pc:sldMk cId="3306360464" sldId="303"/>
        </pc:sldMkLst>
        <pc:spChg chg="mod">
          <ac:chgData name="gui.ifsp11@gmail.com" userId="S::urn:spo:guest#gui.ifsp11@gmail.com::" providerId="AD" clId="Web-{FCD01219-688B-AFD1-70F8-B45B0DB62BEC}" dt="2023-07-19T05:47:10.020" v="1223" actId="20577"/>
          <ac:spMkLst>
            <pc:docMk/>
            <pc:sldMk cId="3306360464" sldId="303"/>
            <ac:spMk id="196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6:06:21.397" v="1925"/>
        <pc:sldMkLst>
          <pc:docMk/>
          <pc:sldMk cId="1786416513" sldId="304"/>
        </pc:sldMkLst>
        <pc:spChg chg="add del">
          <ac:chgData name="gui.ifsp11@gmail.com" userId="S::urn:spo:guest#gui.ifsp11@gmail.com::" providerId="AD" clId="Web-{FCD01219-688B-AFD1-70F8-B45B0DB62BEC}" dt="2023-07-19T06:05:39.020" v="1918"/>
          <ac:spMkLst>
            <pc:docMk/>
            <pc:sldMk cId="1786416513" sldId="304"/>
            <ac:spMk id="7" creationId="{D999FFD7-8F3F-9564-7EAF-893C0DADF6FB}"/>
          </ac:spMkLst>
        </pc:spChg>
        <pc:spChg chg="add del">
          <ac:chgData name="gui.ifsp11@gmail.com" userId="S::urn:spo:guest#gui.ifsp11@gmail.com::" providerId="AD" clId="Web-{FCD01219-688B-AFD1-70F8-B45B0DB62BEC}" dt="2023-07-19T06:06:21.397" v="1925"/>
          <ac:spMkLst>
            <pc:docMk/>
            <pc:sldMk cId="1786416513" sldId="304"/>
            <ac:spMk id="9" creationId="{E18A9DCE-5946-3C0F-B24B-F28BBA058FD2}"/>
          </ac:spMkLst>
        </pc:spChg>
        <pc:picChg chg="add del">
          <ac:chgData name="gui.ifsp11@gmail.com" userId="S::urn:spo:guest#gui.ifsp11@gmail.com::" providerId="AD" clId="Web-{FCD01219-688B-AFD1-70F8-B45B0DB62BEC}" dt="2023-07-19T06:06:12.943" v="1923"/>
          <ac:picMkLst>
            <pc:docMk/>
            <pc:sldMk cId="1786416513" sldId="304"/>
            <ac:picMk id="2" creationId="{71769CCD-45DD-3966-AAC3-4B7CE26265B6}"/>
          </ac:picMkLst>
        </pc:picChg>
        <pc:picChg chg="add mod ord">
          <ac:chgData name="gui.ifsp11@gmail.com" userId="S::urn:spo:guest#gui.ifsp11@gmail.com::" providerId="AD" clId="Web-{FCD01219-688B-AFD1-70F8-B45B0DB62BEC}" dt="2023-07-19T06:06:01.724" v="1922" actId="14100"/>
          <ac:picMkLst>
            <pc:docMk/>
            <pc:sldMk cId="1786416513" sldId="304"/>
            <ac:picMk id="4" creationId="{61CE3A96-5A4B-85AC-3F26-2346F1FA4283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5:53:42.302" v="1398" actId="20577"/>
        <pc:sldMkLst>
          <pc:docMk/>
          <pc:sldMk cId="2988452638" sldId="305"/>
        </pc:sldMkLst>
        <pc:spChg chg="mod">
          <ac:chgData name="gui.ifsp11@gmail.com" userId="S::urn:spo:guest#gui.ifsp11@gmail.com::" providerId="AD" clId="Web-{FCD01219-688B-AFD1-70F8-B45B0DB62BEC}" dt="2023-07-19T05:53:42.302" v="1398" actId="20577"/>
          <ac:spMkLst>
            <pc:docMk/>
            <pc:sldMk cId="2988452638" sldId="305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50:45.061" v="1337" actId="20577"/>
        <pc:sldMkLst>
          <pc:docMk/>
          <pc:sldMk cId="977383600" sldId="306"/>
        </pc:sldMkLst>
        <pc:spChg chg="mod">
          <ac:chgData name="gui.ifsp11@gmail.com" userId="S::urn:spo:guest#gui.ifsp11@gmail.com::" providerId="AD" clId="Web-{FCD01219-688B-AFD1-70F8-B45B0DB62BEC}" dt="2023-07-19T05:50:45.061" v="1337" actId="20577"/>
          <ac:spMkLst>
            <pc:docMk/>
            <pc:sldMk cId="977383600" sldId="306"/>
            <ac:spMk id="196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58:47.365" v="1694" actId="20577"/>
        <pc:sldMkLst>
          <pc:docMk/>
          <pc:sldMk cId="2381509474" sldId="307"/>
        </pc:sldMkLst>
        <pc:spChg chg="mod">
          <ac:chgData name="gui.ifsp11@gmail.com" userId="S::urn:spo:guest#gui.ifsp11@gmail.com::" providerId="AD" clId="Web-{FCD01219-688B-AFD1-70F8-B45B0DB62BEC}" dt="2023-07-19T05:58:47.365" v="1694" actId="20577"/>
          <ac:spMkLst>
            <pc:docMk/>
            <pc:sldMk cId="2381509474" sldId="30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54:20.319" v="1419" actId="20577"/>
          <ac:spMkLst>
            <pc:docMk/>
            <pc:sldMk cId="2381509474" sldId="307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00:30.025" v="1795" actId="20577"/>
        <pc:sldMkLst>
          <pc:docMk/>
          <pc:sldMk cId="301691224" sldId="308"/>
        </pc:sldMkLst>
        <pc:spChg chg="mod">
          <ac:chgData name="gui.ifsp11@gmail.com" userId="S::urn:spo:guest#gui.ifsp11@gmail.com::" providerId="AD" clId="Web-{FCD01219-688B-AFD1-70F8-B45B0DB62BEC}" dt="2023-07-19T06:00:30.025" v="1795" actId="20577"/>
          <ac:spMkLst>
            <pc:docMk/>
            <pc:sldMk cId="301691224" sldId="308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02:45.467" v="1913" actId="20577"/>
        <pc:sldMkLst>
          <pc:docMk/>
          <pc:sldMk cId="99139235" sldId="309"/>
        </pc:sldMkLst>
        <pc:spChg chg="mod">
          <ac:chgData name="gui.ifsp11@gmail.com" userId="S::urn:spo:guest#gui.ifsp11@gmail.com::" providerId="AD" clId="Web-{FCD01219-688B-AFD1-70F8-B45B0DB62BEC}" dt="2023-07-19T06:02:45.467" v="1913" actId="20577"/>
          <ac:spMkLst>
            <pc:docMk/>
            <pc:sldMk cId="99139235" sldId="309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07:24.118" v="1957" actId="20577"/>
        <pc:sldMkLst>
          <pc:docMk/>
          <pc:sldMk cId="1607397973" sldId="310"/>
        </pc:sldMkLst>
        <pc:spChg chg="mod">
          <ac:chgData name="gui.ifsp11@gmail.com" userId="S::urn:spo:guest#gui.ifsp11@gmail.com::" providerId="AD" clId="Web-{FCD01219-688B-AFD1-70F8-B45B0DB62BEC}" dt="2023-07-19T06:07:24.118" v="1957" actId="20577"/>
          <ac:spMkLst>
            <pc:docMk/>
            <pc:sldMk cId="1607397973" sldId="310"/>
            <ac:spMk id="196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29:43.773" v="2133" actId="20577"/>
        <pc:sldMkLst>
          <pc:docMk/>
          <pc:sldMk cId="2184875645" sldId="311"/>
        </pc:sldMkLst>
        <pc:spChg chg="mod">
          <ac:chgData name="gui.ifsp11@gmail.com" userId="S::urn:spo:guest#gui.ifsp11@gmail.com::" providerId="AD" clId="Web-{FCD01219-688B-AFD1-70F8-B45B0DB62BEC}" dt="2023-07-19T06:29:43.773" v="2133" actId="20577"/>
          <ac:spMkLst>
            <pc:docMk/>
            <pc:sldMk cId="2184875645" sldId="311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31:39.291" v="2236" actId="20577"/>
        <pc:sldMkLst>
          <pc:docMk/>
          <pc:sldMk cId="1212098172" sldId="312"/>
        </pc:sldMkLst>
        <pc:spChg chg="mod">
          <ac:chgData name="gui.ifsp11@gmail.com" userId="S::urn:spo:guest#gui.ifsp11@gmail.com::" providerId="AD" clId="Web-{FCD01219-688B-AFD1-70F8-B45B0DB62BEC}" dt="2023-07-19T06:31:39.291" v="2236" actId="20577"/>
          <ac:spMkLst>
            <pc:docMk/>
            <pc:sldMk cId="1212098172" sldId="31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30:19.008" v="2138" actId="20577"/>
          <ac:spMkLst>
            <pc:docMk/>
            <pc:sldMk cId="1212098172" sldId="312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6:32:51.668" v="2243"/>
        <pc:sldMkLst>
          <pc:docMk/>
          <pc:sldMk cId="25838545" sldId="313"/>
        </pc:sldMkLst>
        <pc:picChg chg="add mod">
          <ac:chgData name="gui.ifsp11@gmail.com" userId="S::urn:spo:guest#gui.ifsp11@gmail.com::" providerId="AD" clId="Web-{FCD01219-688B-AFD1-70F8-B45B0DB62BEC}" dt="2023-07-19T06:32:51.637" v="2242" actId="14100"/>
          <ac:picMkLst>
            <pc:docMk/>
            <pc:sldMk cId="25838545" sldId="313"/>
            <ac:picMk id="2" creationId="{B689BAB3-4078-D608-E95D-FF37B879CDFC}"/>
          </ac:picMkLst>
        </pc:picChg>
        <pc:picChg chg="del">
          <ac:chgData name="gui.ifsp11@gmail.com" userId="S::urn:spo:guest#gui.ifsp11@gmail.com::" providerId="AD" clId="Web-{FCD01219-688B-AFD1-70F8-B45B0DB62BEC}" dt="2023-07-19T06:32:51.668" v="2243"/>
          <ac:picMkLst>
            <pc:docMk/>
            <pc:sldMk cId="25838545" sldId="313"/>
            <ac:picMk id="4" creationId="{61CE3A96-5A4B-85AC-3F26-2346F1FA4283}"/>
          </ac:picMkLst>
        </pc:picChg>
      </pc:sldChg>
      <pc:sldChg chg="addSp delSp modSp add replId">
        <pc:chgData name="gui.ifsp11@gmail.com" userId="S::urn:spo:guest#gui.ifsp11@gmail.com::" providerId="AD" clId="Web-{FCD01219-688B-AFD1-70F8-B45B0DB62BEC}" dt="2023-07-19T06:37:49.820" v="2347"/>
        <pc:sldMkLst>
          <pc:docMk/>
          <pc:sldMk cId="4225045208" sldId="314"/>
        </pc:sldMkLst>
        <pc:picChg chg="del">
          <ac:chgData name="gui.ifsp11@gmail.com" userId="S::urn:spo:guest#gui.ifsp11@gmail.com::" providerId="AD" clId="Web-{FCD01219-688B-AFD1-70F8-B45B0DB62BEC}" dt="2023-07-19T06:37:49.820" v="2347"/>
          <ac:picMkLst>
            <pc:docMk/>
            <pc:sldMk cId="4225045208" sldId="314"/>
            <ac:picMk id="2" creationId="{B689BAB3-4078-D608-E95D-FF37B879CDFC}"/>
          </ac:picMkLst>
        </pc:picChg>
        <pc:picChg chg="add mod ord">
          <ac:chgData name="gui.ifsp11@gmail.com" userId="S::urn:spo:guest#gui.ifsp11@gmail.com::" providerId="AD" clId="Web-{FCD01219-688B-AFD1-70F8-B45B0DB62BEC}" dt="2023-07-19T06:37:48.085" v="2346"/>
          <ac:picMkLst>
            <pc:docMk/>
            <pc:sldMk cId="4225045208" sldId="314"/>
            <ac:picMk id="4" creationId="{2F43CE7F-2A14-6872-BCE5-8066878821E6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6:36:03.926" v="2342" actId="20577"/>
        <pc:sldMkLst>
          <pc:docMk/>
          <pc:sldMk cId="1364592717" sldId="315"/>
        </pc:sldMkLst>
        <pc:spChg chg="mod">
          <ac:chgData name="gui.ifsp11@gmail.com" userId="S::urn:spo:guest#gui.ifsp11@gmail.com::" providerId="AD" clId="Web-{FCD01219-688B-AFD1-70F8-B45B0DB62BEC}" dt="2023-07-19T06:36:03.926" v="2342" actId="20577"/>
          <ac:spMkLst>
            <pc:docMk/>
            <pc:sldMk cId="1364592717" sldId="31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34:51.299" v="2262" actId="20577"/>
          <ac:spMkLst>
            <pc:docMk/>
            <pc:sldMk cId="1364592717" sldId="315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6:40:21.464" v="2444"/>
        <pc:sldMkLst>
          <pc:docMk/>
          <pc:sldMk cId="1004250494" sldId="316"/>
        </pc:sldMkLst>
        <pc:picChg chg="add mod">
          <ac:chgData name="gui.ifsp11@gmail.com" userId="S::urn:spo:guest#gui.ifsp11@gmail.com::" providerId="AD" clId="Web-{FCD01219-688B-AFD1-70F8-B45B0DB62BEC}" dt="2023-07-19T06:40:16.917" v="2443" actId="14100"/>
          <ac:picMkLst>
            <pc:docMk/>
            <pc:sldMk cId="1004250494" sldId="316"/>
            <ac:picMk id="2" creationId="{48F3984A-5F03-3C46-104B-9C25122967BA}"/>
          </ac:picMkLst>
        </pc:picChg>
        <pc:picChg chg="del">
          <ac:chgData name="gui.ifsp11@gmail.com" userId="S::urn:spo:guest#gui.ifsp11@gmail.com::" providerId="AD" clId="Web-{FCD01219-688B-AFD1-70F8-B45B0DB62BEC}" dt="2023-07-19T06:40:21.464" v="2444"/>
          <ac:picMkLst>
            <pc:docMk/>
            <pc:sldMk cId="1004250494" sldId="316"/>
            <ac:picMk id="4" creationId="{2F43CE7F-2A14-6872-BCE5-8066878821E6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6:39:34.807" v="2440" actId="20577"/>
        <pc:sldMkLst>
          <pc:docMk/>
          <pc:sldMk cId="620983309" sldId="317"/>
        </pc:sldMkLst>
        <pc:spChg chg="mod">
          <ac:chgData name="gui.ifsp11@gmail.com" userId="S::urn:spo:guest#gui.ifsp11@gmail.com::" providerId="AD" clId="Web-{FCD01219-688B-AFD1-70F8-B45B0DB62BEC}" dt="2023-07-19T06:39:34.807" v="2440" actId="20577"/>
          <ac:spMkLst>
            <pc:docMk/>
            <pc:sldMk cId="620983309" sldId="31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38:38.540" v="2368" actId="20577"/>
          <ac:spMkLst>
            <pc:docMk/>
            <pc:sldMk cId="620983309" sldId="317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41:11.575" v="2465" actId="20577"/>
        <pc:sldMkLst>
          <pc:docMk/>
          <pc:sldMk cId="3127244681" sldId="318"/>
        </pc:sldMkLst>
        <pc:spChg chg="mod">
          <ac:chgData name="gui.ifsp11@gmail.com" userId="S::urn:spo:guest#gui.ifsp11@gmail.com::" providerId="AD" clId="Web-{FCD01219-688B-AFD1-70F8-B45B0DB62BEC}" dt="2023-07-19T06:41:11.575" v="2465" actId="20577"/>
          <ac:spMkLst>
            <pc:docMk/>
            <pc:sldMk cId="3127244681" sldId="318"/>
            <ac:spMk id="196" creationId="{00000000-0000-0000-0000-000000000000}"/>
          </ac:spMkLst>
        </pc:spChg>
      </pc:sldChg>
      <pc:sldChg chg="add del replId">
        <pc:chgData name="gui.ifsp11@gmail.com" userId="S::urn:spo:guest#gui.ifsp11@gmail.com::" providerId="AD" clId="Web-{FCD01219-688B-AFD1-70F8-B45B0DB62BEC}" dt="2023-07-19T06:41:48.723" v="2467"/>
        <pc:sldMkLst>
          <pc:docMk/>
          <pc:sldMk cId="2032299122" sldId="319"/>
        </pc:sldMkLst>
      </pc:sldChg>
      <pc:sldChg chg="modSp add replId">
        <pc:chgData name="gui.ifsp11@gmail.com" userId="S::urn:spo:guest#gui.ifsp11@gmail.com::" providerId="AD" clId="Web-{FCD01219-688B-AFD1-70F8-B45B0DB62BEC}" dt="2023-07-19T06:42:57.334" v="2538" actId="20577"/>
        <pc:sldMkLst>
          <pc:docMk/>
          <pc:sldMk cId="3468286147" sldId="319"/>
        </pc:sldMkLst>
        <pc:spChg chg="mod">
          <ac:chgData name="gui.ifsp11@gmail.com" userId="S::urn:spo:guest#gui.ifsp11@gmail.com::" providerId="AD" clId="Web-{FCD01219-688B-AFD1-70F8-B45B0DB62BEC}" dt="2023-07-19T06:42:57.334" v="2538" actId="20577"/>
          <ac:spMkLst>
            <pc:docMk/>
            <pc:sldMk cId="3468286147" sldId="319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44:19.120" v="2593" actId="20577"/>
        <pc:sldMkLst>
          <pc:docMk/>
          <pc:sldMk cId="3978964714" sldId="320"/>
        </pc:sldMkLst>
        <pc:spChg chg="mod">
          <ac:chgData name="gui.ifsp11@gmail.com" userId="S::urn:spo:guest#gui.ifsp11@gmail.com::" providerId="AD" clId="Web-{FCD01219-688B-AFD1-70F8-B45B0DB62BEC}" dt="2023-07-19T06:44:19.120" v="2593" actId="20577"/>
          <ac:spMkLst>
            <pc:docMk/>
            <pc:sldMk cId="3978964714" sldId="32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43:25.428" v="2549" actId="20577"/>
          <ac:spMkLst>
            <pc:docMk/>
            <pc:sldMk cId="3978964714" sldId="320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6:45:02.918" v="2598"/>
        <pc:sldMkLst>
          <pc:docMk/>
          <pc:sldMk cId="762388177" sldId="321"/>
        </pc:sldMkLst>
        <pc:picChg chg="del">
          <ac:chgData name="gui.ifsp11@gmail.com" userId="S::urn:spo:guest#gui.ifsp11@gmail.com::" providerId="AD" clId="Web-{FCD01219-688B-AFD1-70F8-B45B0DB62BEC}" dt="2023-07-19T06:45:02.918" v="2598"/>
          <ac:picMkLst>
            <pc:docMk/>
            <pc:sldMk cId="762388177" sldId="321"/>
            <ac:picMk id="2" creationId="{48F3984A-5F03-3C46-104B-9C25122967BA}"/>
          </ac:picMkLst>
        </pc:picChg>
        <pc:picChg chg="add mod">
          <ac:chgData name="gui.ifsp11@gmail.com" userId="S::urn:spo:guest#gui.ifsp11@gmail.com::" providerId="AD" clId="Web-{FCD01219-688B-AFD1-70F8-B45B0DB62BEC}" dt="2023-07-19T06:45:01.715" v="2597" actId="14100"/>
          <ac:picMkLst>
            <pc:docMk/>
            <pc:sldMk cId="762388177" sldId="321"/>
            <ac:picMk id="4" creationId="{E45EC041-1EDC-4EA9-73C3-FADEC1279959}"/>
          </ac:picMkLst>
        </pc:picChg>
      </pc:sldChg>
      <pc:sldChg chg="addSp delSp modSp add replId">
        <pc:chgData name="gui.ifsp11@gmail.com" userId="S::urn:spo:guest#gui.ifsp11@gmail.com::" providerId="AD" clId="Web-{FCD01219-688B-AFD1-70F8-B45B0DB62BEC}" dt="2023-07-19T06:49:58.303" v="2673"/>
        <pc:sldMkLst>
          <pc:docMk/>
          <pc:sldMk cId="3661505826" sldId="322"/>
        </pc:sldMkLst>
        <pc:picChg chg="add mod ord">
          <ac:chgData name="gui.ifsp11@gmail.com" userId="S::urn:spo:guest#gui.ifsp11@gmail.com::" providerId="AD" clId="Web-{FCD01219-688B-AFD1-70F8-B45B0DB62BEC}" dt="2023-07-19T06:49:55.037" v="2672"/>
          <ac:picMkLst>
            <pc:docMk/>
            <pc:sldMk cId="3661505826" sldId="322"/>
            <ac:picMk id="2" creationId="{780986C1-CDFF-4363-0D91-183A51011E43}"/>
          </ac:picMkLst>
        </pc:picChg>
        <pc:picChg chg="del">
          <ac:chgData name="gui.ifsp11@gmail.com" userId="S::urn:spo:guest#gui.ifsp11@gmail.com::" providerId="AD" clId="Web-{FCD01219-688B-AFD1-70F8-B45B0DB62BEC}" dt="2023-07-19T06:49:58.303" v="2673"/>
          <ac:picMkLst>
            <pc:docMk/>
            <pc:sldMk cId="3661505826" sldId="322"/>
            <ac:picMk id="4" creationId="{E45EC041-1EDC-4EA9-73C3-FADEC1279959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6:47:09.767" v="2668" actId="20577"/>
        <pc:sldMkLst>
          <pc:docMk/>
          <pc:sldMk cId="3071487662" sldId="323"/>
        </pc:sldMkLst>
        <pc:spChg chg="mod">
          <ac:chgData name="gui.ifsp11@gmail.com" userId="S::urn:spo:guest#gui.ifsp11@gmail.com::" providerId="AD" clId="Web-{FCD01219-688B-AFD1-70F8-B45B0DB62BEC}" dt="2023-07-19T06:47:09.767" v="2668" actId="20577"/>
          <ac:spMkLst>
            <pc:docMk/>
            <pc:sldMk cId="3071487662" sldId="32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46:32.217" v="2606" actId="20577"/>
          <ac:spMkLst>
            <pc:docMk/>
            <pc:sldMk cId="3071487662" sldId="323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FCD01219-688B-AFD1-70F8-B45B0DB62BEC}" dt="2023-07-19T06:56:25.172" v="2909" actId="20577"/>
        <pc:sldMkLst>
          <pc:docMk/>
          <pc:sldMk cId="1690004142" sldId="324"/>
        </pc:sldMkLst>
        <pc:spChg chg="mod">
          <ac:chgData name="gui.ifsp11@gmail.com" userId="S::urn:spo:guest#gui.ifsp11@gmail.com::" providerId="AD" clId="Web-{FCD01219-688B-AFD1-70F8-B45B0DB62BEC}" dt="2023-07-19T06:56:25.172" v="2909" actId="20577"/>
          <ac:spMkLst>
            <pc:docMk/>
            <pc:sldMk cId="1690004142" sldId="32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52:04.541" v="2695" actId="20577"/>
          <ac:spMkLst>
            <pc:docMk/>
            <pc:sldMk cId="1690004142" sldId="324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gui.ifsp11@gmail.com" userId="S::urn:spo:guest#gui.ifsp11@gmail.com::" providerId="AD" clId="Web-{64458F9A-DD79-4BEA-7683-D98C4B00DC65}"/>
    <pc:docChg chg="delSld modSld">
      <pc:chgData name="gui.ifsp11@gmail.com" userId="S::urn:spo:guest#gui.ifsp11@gmail.com::" providerId="AD" clId="Web-{64458F9A-DD79-4BEA-7683-D98C4B00DC65}" dt="2023-10-18T19:49:40.833" v="180" actId="20577"/>
      <pc:docMkLst>
        <pc:docMk/>
      </pc:docMkLst>
      <pc:sldChg chg="modSp">
        <pc:chgData name="gui.ifsp11@gmail.com" userId="S::urn:spo:guest#gui.ifsp11@gmail.com::" providerId="AD" clId="Web-{64458F9A-DD79-4BEA-7683-D98C4B00DC65}" dt="2023-10-18T19:09:54.745" v="18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64458F9A-DD79-4BEA-7683-D98C4B00DC65}" dt="2023-10-18T19:09:54.745" v="18" actId="20577"/>
          <ac:spMkLst>
            <pc:docMk/>
            <pc:sldMk cId="0" sldId="260"/>
            <ac:spMk id="155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5:34.334" v="58" actId="20577"/>
        <pc:sldMkLst>
          <pc:docMk/>
          <pc:sldMk cId="0" sldId="263"/>
        </pc:sldMkLst>
        <pc:spChg chg="mod">
          <ac:chgData name="gui.ifsp11@gmail.com" userId="S::urn:spo:guest#gui.ifsp11@gmail.com::" providerId="AD" clId="Web-{64458F9A-DD79-4BEA-7683-D98C4B00DC65}" dt="2023-10-18T19:45:34.334" v="58" actId="20577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6:18.212" v="88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64458F9A-DD79-4BEA-7683-D98C4B00DC65}" dt="2023-10-18T19:46:18.212" v="88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7:16.481" v="128" actId="20577"/>
        <pc:sldMkLst>
          <pc:docMk/>
          <pc:sldMk cId="0" sldId="265"/>
        </pc:sldMkLst>
        <pc:spChg chg="mod">
          <ac:chgData name="gui.ifsp11@gmail.com" userId="S::urn:spo:guest#gui.ifsp11@gmail.com::" providerId="AD" clId="Web-{64458F9A-DD79-4BEA-7683-D98C4B00DC65}" dt="2023-10-18T19:47:13.215" v="127" actId="20577"/>
          <ac:spMkLst>
            <pc:docMk/>
            <pc:sldMk cId="0" sldId="265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64458F9A-DD79-4BEA-7683-D98C4B00DC65}" dt="2023-10-18T19:47:16.481" v="128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9:40.833" v="180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64458F9A-DD79-4BEA-7683-D98C4B00DC65}" dt="2023-10-18T19:49:40.833" v="180" actId="20577"/>
          <ac:spMkLst>
            <pc:docMk/>
            <pc:sldMk cId="0" sldId="266"/>
            <ac:spMk id="204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5:26.068" v="55" actId="20577"/>
        <pc:sldMkLst>
          <pc:docMk/>
          <pc:sldMk cId="2315204132" sldId="277"/>
        </pc:sldMkLst>
        <pc:spChg chg="mod">
          <ac:chgData name="gui.ifsp11@gmail.com" userId="S::urn:spo:guest#gui.ifsp11@gmail.com::" providerId="AD" clId="Web-{64458F9A-DD79-4BEA-7683-D98C4B00DC65}" dt="2023-10-18T19:45:26.068" v="55" actId="20577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gui.ifsp11@gmail.com" userId="S::urn:spo:guest#gui.ifsp11@gmail.com::" providerId="AD" clId="Web-{64458F9A-DD79-4BEA-7683-D98C4B00DC65}" dt="2023-10-18T19:15:22.592" v="43"/>
        <pc:sldMkLst>
          <pc:docMk/>
          <pc:sldMk cId="1541066508" sldId="285"/>
        </pc:sldMkLst>
      </pc:sldChg>
      <pc:sldChg chg="del">
        <pc:chgData name="gui.ifsp11@gmail.com" userId="S::urn:spo:guest#gui.ifsp11@gmail.com::" providerId="AD" clId="Web-{64458F9A-DD79-4BEA-7683-D98C4B00DC65}" dt="2023-10-18T19:15:12.216" v="28"/>
        <pc:sldMkLst>
          <pc:docMk/>
          <pc:sldMk cId="2436521811" sldId="287"/>
        </pc:sldMkLst>
      </pc:sldChg>
      <pc:sldChg chg="del">
        <pc:chgData name="gui.ifsp11@gmail.com" userId="S::urn:spo:guest#gui.ifsp11@gmail.com::" providerId="AD" clId="Web-{64458F9A-DD79-4BEA-7683-D98C4B00DC65}" dt="2023-10-18T19:15:12.216" v="27"/>
        <pc:sldMkLst>
          <pc:docMk/>
          <pc:sldMk cId="2099028958" sldId="325"/>
        </pc:sldMkLst>
      </pc:sldChg>
      <pc:sldChg chg="modSp">
        <pc:chgData name="gui.ifsp11@gmail.com" userId="S::urn:spo:guest#gui.ifsp11@gmail.com::" providerId="AD" clId="Web-{64458F9A-DD79-4BEA-7683-D98C4B00DC65}" dt="2023-10-18T19:47:57.046" v="169" actId="20577"/>
        <pc:sldMkLst>
          <pc:docMk/>
          <pc:sldMk cId="2387653451" sldId="327"/>
        </pc:sldMkLst>
        <pc:spChg chg="mod">
          <ac:chgData name="gui.ifsp11@gmail.com" userId="S::urn:spo:guest#gui.ifsp11@gmail.com::" providerId="AD" clId="Web-{64458F9A-DD79-4BEA-7683-D98C4B00DC65}" dt="2023-10-18T19:47:57.046" v="169" actId="20577"/>
          <ac:spMkLst>
            <pc:docMk/>
            <pc:sldMk cId="2387653451" sldId="327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64458F9A-DD79-4BEA-7683-D98C4B00DC65}" dt="2023-10-18T19:47:48.217" v="151" actId="20577"/>
          <ac:spMkLst>
            <pc:docMk/>
            <pc:sldMk cId="2387653451" sldId="327"/>
            <ac:spMk id="196" creationId="{00000000-0000-0000-0000-000000000000}"/>
          </ac:spMkLst>
        </pc:spChg>
      </pc:sldChg>
      <pc:sldChg chg="del">
        <pc:chgData name="gui.ifsp11@gmail.com" userId="S::urn:spo:guest#gui.ifsp11@gmail.com::" providerId="AD" clId="Web-{64458F9A-DD79-4BEA-7683-D98C4B00DC65}" dt="2023-10-18T19:15:22.576" v="34"/>
        <pc:sldMkLst>
          <pc:docMk/>
          <pc:sldMk cId="2642046658" sldId="328"/>
        </pc:sldMkLst>
      </pc:sldChg>
      <pc:sldChg chg="del">
        <pc:chgData name="gui.ifsp11@gmail.com" userId="S::urn:spo:guest#gui.ifsp11@gmail.com::" providerId="AD" clId="Web-{64458F9A-DD79-4BEA-7683-D98C4B00DC65}" dt="2023-10-18T19:15:22.576" v="33"/>
        <pc:sldMkLst>
          <pc:docMk/>
          <pc:sldMk cId="4263370433" sldId="329"/>
        </pc:sldMkLst>
      </pc:sldChg>
      <pc:sldChg chg="del">
        <pc:chgData name="gui.ifsp11@gmail.com" userId="S::urn:spo:guest#gui.ifsp11@gmail.com::" providerId="AD" clId="Web-{64458F9A-DD79-4BEA-7683-D98C4B00DC65}" dt="2023-10-18T19:15:39.609" v="50"/>
        <pc:sldMkLst>
          <pc:docMk/>
          <pc:sldMk cId="2384663550" sldId="330"/>
        </pc:sldMkLst>
      </pc:sldChg>
      <pc:sldChg chg="del">
        <pc:chgData name="gui.ifsp11@gmail.com" userId="S::urn:spo:guest#gui.ifsp11@gmail.com::" providerId="AD" clId="Web-{64458F9A-DD79-4BEA-7683-D98C4B00DC65}" dt="2023-10-18T19:15:38.687" v="49"/>
        <pc:sldMkLst>
          <pc:docMk/>
          <pc:sldMk cId="934752893" sldId="331"/>
        </pc:sldMkLst>
      </pc:sldChg>
      <pc:sldChg chg="del">
        <pc:chgData name="gui.ifsp11@gmail.com" userId="S::urn:spo:guest#gui.ifsp11@gmail.com::" providerId="AD" clId="Web-{64458F9A-DD79-4BEA-7683-D98C4B00DC65}" dt="2023-10-18T19:15:33.702" v="46"/>
        <pc:sldMkLst>
          <pc:docMk/>
          <pc:sldMk cId="3031069637" sldId="332"/>
        </pc:sldMkLst>
      </pc:sldChg>
      <pc:sldChg chg="del">
        <pc:chgData name="gui.ifsp11@gmail.com" userId="S::urn:spo:guest#gui.ifsp11@gmail.com::" providerId="AD" clId="Web-{64458F9A-DD79-4BEA-7683-D98C4B00DC65}" dt="2023-10-18T19:15:47.109" v="51"/>
        <pc:sldMkLst>
          <pc:docMk/>
          <pc:sldMk cId="1134622723" sldId="333"/>
        </pc:sldMkLst>
      </pc:sldChg>
      <pc:sldChg chg="del">
        <pc:chgData name="gui.ifsp11@gmail.com" userId="S::urn:spo:guest#gui.ifsp11@gmail.com::" providerId="AD" clId="Web-{64458F9A-DD79-4BEA-7683-D98C4B00DC65}" dt="2023-10-18T19:15:33.702" v="47"/>
        <pc:sldMkLst>
          <pc:docMk/>
          <pc:sldMk cId="1736911847" sldId="334"/>
        </pc:sldMkLst>
      </pc:sldChg>
      <pc:sldChg chg="del">
        <pc:chgData name="gui.ifsp11@gmail.com" userId="S::urn:spo:guest#gui.ifsp11@gmail.com::" providerId="AD" clId="Web-{64458F9A-DD79-4BEA-7683-D98C4B00DC65}" dt="2023-10-18T19:15:33.686" v="44"/>
        <pc:sldMkLst>
          <pc:docMk/>
          <pc:sldMk cId="3090486678" sldId="335"/>
        </pc:sldMkLst>
      </pc:sldChg>
      <pc:sldChg chg="del">
        <pc:chgData name="gui.ifsp11@gmail.com" userId="S::urn:spo:guest#gui.ifsp11@gmail.com::" providerId="AD" clId="Web-{64458F9A-DD79-4BEA-7683-D98C4B00DC65}" dt="2023-10-18T19:15:33.686" v="45"/>
        <pc:sldMkLst>
          <pc:docMk/>
          <pc:sldMk cId="3968282392" sldId="336"/>
        </pc:sldMkLst>
      </pc:sldChg>
      <pc:sldChg chg="del">
        <pc:chgData name="gui.ifsp11@gmail.com" userId="S::urn:spo:guest#gui.ifsp11@gmail.com::" providerId="AD" clId="Web-{64458F9A-DD79-4BEA-7683-D98C4B00DC65}" dt="2023-10-18T19:15:47.109" v="52"/>
        <pc:sldMkLst>
          <pc:docMk/>
          <pc:sldMk cId="570059413" sldId="337"/>
        </pc:sldMkLst>
      </pc:sldChg>
      <pc:sldChg chg="del">
        <pc:chgData name="gui.ifsp11@gmail.com" userId="S::urn:spo:guest#gui.ifsp11@gmail.com::" providerId="AD" clId="Web-{64458F9A-DD79-4BEA-7683-D98C4B00DC65}" dt="2023-10-18T19:15:37.890" v="48"/>
        <pc:sldMkLst>
          <pc:docMk/>
          <pc:sldMk cId="2477614365" sldId="338"/>
        </pc:sldMkLst>
      </pc:sldChg>
      <pc:sldChg chg="del">
        <pc:chgData name="gui.ifsp11@gmail.com" userId="S::urn:spo:guest#gui.ifsp11@gmail.com::" providerId="AD" clId="Web-{64458F9A-DD79-4BEA-7683-D98C4B00DC65}" dt="2023-10-18T19:15:22.592" v="41"/>
        <pc:sldMkLst>
          <pc:docMk/>
          <pc:sldMk cId="3821619156" sldId="339"/>
        </pc:sldMkLst>
      </pc:sldChg>
      <pc:sldChg chg="del">
        <pc:chgData name="gui.ifsp11@gmail.com" userId="S::urn:spo:guest#gui.ifsp11@gmail.com::" providerId="AD" clId="Web-{64458F9A-DD79-4BEA-7683-D98C4B00DC65}" dt="2023-10-18T19:15:22.592" v="42"/>
        <pc:sldMkLst>
          <pc:docMk/>
          <pc:sldMk cId="3645253624" sldId="340"/>
        </pc:sldMkLst>
      </pc:sldChg>
      <pc:sldChg chg="del">
        <pc:chgData name="gui.ifsp11@gmail.com" userId="S::urn:spo:guest#gui.ifsp11@gmail.com::" providerId="AD" clId="Web-{64458F9A-DD79-4BEA-7683-D98C4B00DC65}" dt="2023-10-18T19:15:22.592" v="39"/>
        <pc:sldMkLst>
          <pc:docMk/>
          <pc:sldMk cId="2177084673" sldId="341"/>
        </pc:sldMkLst>
      </pc:sldChg>
      <pc:sldChg chg="del">
        <pc:chgData name="gui.ifsp11@gmail.com" userId="S::urn:spo:guest#gui.ifsp11@gmail.com::" providerId="AD" clId="Web-{64458F9A-DD79-4BEA-7683-D98C4B00DC65}" dt="2023-10-18T19:15:22.592" v="40"/>
        <pc:sldMkLst>
          <pc:docMk/>
          <pc:sldMk cId="3709056830" sldId="342"/>
        </pc:sldMkLst>
      </pc:sldChg>
      <pc:sldChg chg="del">
        <pc:chgData name="gui.ifsp11@gmail.com" userId="S::urn:spo:guest#gui.ifsp11@gmail.com::" providerId="AD" clId="Web-{64458F9A-DD79-4BEA-7683-D98C4B00DC65}" dt="2023-10-18T19:15:22.576" v="37"/>
        <pc:sldMkLst>
          <pc:docMk/>
          <pc:sldMk cId="727200916" sldId="343"/>
        </pc:sldMkLst>
      </pc:sldChg>
      <pc:sldChg chg="del">
        <pc:chgData name="gui.ifsp11@gmail.com" userId="S::urn:spo:guest#gui.ifsp11@gmail.com::" providerId="AD" clId="Web-{64458F9A-DD79-4BEA-7683-D98C4B00DC65}" dt="2023-10-18T19:15:22.576" v="38"/>
        <pc:sldMkLst>
          <pc:docMk/>
          <pc:sldMk cId="3706194746" sldId="344"/>
        </pc:sldMkLst>
      </pc:sldChg>
      <pc:sldChg chg="del">
        <pc:chgData name="gui.ifsp11@gmail.com" userId="S::urn:spo:guest#gui.ifsp11@gmail.com::" providerId="AD" clId="Web-{64458F9A-DD79-4BEA-7683-D98C4B00DC65}" dt="2023-10-18T19:15:22.576" v="35"/>
        <pc:sldMkLst>
          <pc:docMk/>
          <pc:sldMk cId="239949744" sldId="345"/>
        </pc:sldMkLst>
      </pc:sldChg>
      <pc:sldChg chg="del">
        <pc:chgData name="gui.ifsp11@gmail.com" userId="S::urn:spo:guest#gui.ifsp11@gmail.com::" providerId="AD" clId="Web-{64458F9A-DD79-4BEA-7683-D98C4B00DC65}" dt="2023-10-18T19:15:22.576" v="36"/>
        <pc:sldMkLst>
          <pc:docMk/>
          <pc:sldMk cId="907380906" sldId="346"/>
        </pc:sldMkLst>
      </pc:sldChg>
      <pc:sldChg chg="del">
        <pc:chgData name="gui.ifsp11@gmail.com" userId="S::urn:spo:guest#gui.ifsp11@gmail.com::" providerId="AD" clId="Web-{64458F9A-DD79-4BEA-7683-D98C4B00DC65}" dt="2023-10-18T19:15:22.576" v="31"/>
        <pc:sldMkLst>
          <pc:docMk/>
          <pc:sldMk cId="3848487751" sldId="347"/>
        </pc:sldMkLst>
      </pc:sldChg>
      <pc:sldChg chg="del">
        <pc:chgData name="gui.ifsp11@gmail.com" userId="S::urn:spo:guest#gui.ifsp11@gmail.com::" providerId="AD" clId="Web-{64458F9A-DD79-4BEA-7683-D98C4B00DC65}" dt="2023-10-18T19:15:22.576" v="32"/>
        <pc:sldMkLst>
          <pc:docMk/>
          <pc:sldMk cId="1958732953" sldId="348"/>
        </pc:sldMkLst>
      </pc:sldChg>
      <pc:sldChg chg="del">
        <pc:chgData name="gui.ifsp11@gmail.com" userId="S::urn:spo:guest#gui.ifsp11@gmail.com::" providerId="AD" clId="Web-{64458F9A-DD79-4BEA-7683-D98C4B00DC65}" dt="2023-10-18T19:15:22.561" v="29"/>
        <pc:sldMkLst>
          <pc:docMk/>
          <pc:sldMk cId="520413102" sldId="349"/>
        </pc:sldMkLst>
      </pc:sldChg>
      <pc:sldChg chg="del">
        <pc:chgData name="gui.ifsp11@gmail.com" userId="S::urn:spo:guest#gui.ifsp11@gmail.com::" providerId="AD" clId="Web-{64458F9A-DD79-4BEA-7683-D98C4B00DC65}" dt="2023-10-18T19:15:22.561" v="30"/>
        <pc:sldMkLst>
          <pc:docMk/>
          <pc:sldMk cId="3347792012" sldId="350"/>
        </pc:sldMkLst>
      </pc:sldChg>
      <pc:sldChg chg="del">
        <pc:chgData name="gui.ifsp11@gmail.com" userId="S::urn:spo:guest#gui.ifsp11@gmail.com::" providerId="AD" clId="Web-{64458F9A-DD79-4BEA-7683-D98C4B00DC65}" dt="2023-10-18T19:15:12.216" v="26"/>
        <pc:sldMkLst>
          <pc:docMk/>
          <pc:sldMk cId="701804538" sldId="351"/>
        </pc:sldMkLst>
      </pc:sldChg>
      <pc:sldChg chg="del">
        <pc:chgData name="gui.ifsp11@gmail.com" userId="S::urn:spo:guest#gui.ifsp11@gmail.com::" providerId="AD" clId="Web-{64458F9A-DD79-4BEA-7683-D98C4B00DC65}" dt="2023-10-18T19:15:12.216" v="25"/>
        <pc:sldMkLst>
          <pc:docMk/>
          <pc:sldMk cId="821769451" sldId="352"/>
        </pc:sldMkLst>
      </pc:sldChg>
      <pc:sldChg chg="del">
        <pc:chgData name="gui.ifsp11@gmail.com" userId="S::urn:spo:guest#gui.ifsp11@gmail.com::" providerId="AD" clId="Web-{64458F9A-DD79-4BEA-7683-D98C4B00DC65}" dt="2023-10-18T19:15:12.201" v="24"/>
        <pc:sldMkLst>
          <pc:docMk/>
          <pc:sldMk cId="295952995" sldId="353"/>
        </pc:sldMkLst>
      </pc:sldChg>
      <pc:sldChg chg="del">
        <pc:chgData name="gui.ifsp11@gmail.com" userId="S::urn:spo:guest#gui.ifsp11@gmail.com::" providerId="AD" clId="Web-{64458F9A-DD79-4BEA-7683-D98C4B00DC65}" dt="2023-10-18T19:15:12.201" v="23"/>
        <pc:sldMkLst>
          <pc:docMk/>
          <pc:sldMk cId="4078479052" sldId="354"/>
        </pc:sldMkLst>
      </pc:sldChg>
      <pc:sldChg chg="del">
        <pc:chgData name="gui.ifsp11@gmail.com" userId="S::urn:spo:guest#gui.ifsp11@gmail.com::" providerId="AD" clId="Web-{64458F9A-DD79-4BEA-7683-D98C4B00DC65}" dt="2023-10-18T19:15:12.201" v="22"/>
        <pc:sldMkLst>
          <pc:docMk/>
          <pc:sldMk cId="1970153579" sldId="355"/>
        </pc:sldMkLst>
      </pc:sldChg>
      <pc:sldChg chg="del">
        <pc:chgData name="gui.ifsp11@gmail.com" userId="S::urn:spo:guest#gui.ifsp11@gmail.com::" providerId="AD" clId="Web-{64458F9A-DD79-4BEA-7683-D98C4B00DC65}" dt="2023-10-18T19:15:12.201" v="21"/>
        <pc:sldMkLst>
          <pc:docMk/>
          <pc:sldMk cId="2897480673" sldId="356"/>
        </pc:sldMkLst>
      </pc:sldChg>
      <pc:sldChg chg="del">
        <pc:chgData name="gui.ifsp11@gmail.com" userId="S::urn:spo:guest#gui.ifsp11@gmail.com::" providerId="AD" clId="Web-{64458F9A-DD79-4BEA-7683-D98C4B00DC65}" dt="2023-10-18T19:15:12.201" v="20"/>
        <pc:sldMkLst>
          <pc:docMk/>
          <pc:sldMk cId="2827700142" sldId="357"/>
        </pc:sldMkLst>
      </pc:sldChg>
      <pc:sldChg chg="del">
        <pc:chgData name="gui.ifsp11@gmail.com" userId="S::urn:spo:guest#gui.ifsp11@gmail.com::" providerId="AD" clId="Web-{64458F9A-DD79-4BEA-7683-D98C4B00DC65}" dt="2023-10-18T19:15:12.201" v="19"/>
        <pc:sldMkLst>
          <pc:docMk/>
          <pc:sldMk cId="1123963643" sldId="358"/>
        </pc:sldMkLst>
      </pc:sld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gui.ifsp11@gmail.com" userId="S::urn:spo:guest#gui.ifsp11@gmail.com::" providerId="AD" clId="Web-{D6FC0B74-B10D-328D-3268-0E81D0ED3359}"/>
    <pc:docChg chg="addSld modSld sldOrd">
      <pc:chgData name="gui.ifsp11@gmail.com" userId="S::urn:spo:guest#gui.ifsp11@gmail.com::" providerId="AD" clId="Web-{D6FC0B74-B10D-328D-3268-0E81D0ED3359}" dt="2023-11-20T21:22:51.409" v="1540" actId="20577"/>
      <pc:docMkLst>
        <pc:docMk/>
      </pc:docMkLst>
      <pc:sldChg chg="modSp">
        <pc:chgData name="gui.ifsp11@gmail.com" userId="S::urn:spo:guest#gui.ifsp11@gmail.com::" providerId="AD" clId="Web-{D6FC0B74-B10D-328D-3268-0E81D0ED3359}" dt="2023-11-20T21:22:51.409" v="1540" actId="20577"/>
        <pc:sldMkLst>
          <pc:docMk/>
          <pc:sldMk cId="0" sldId="263"/>
        </pc:sldMkLst>
        <pc:spChg chg="mod">
          <ac:chgData name="gui.ifsp11@gmail.com" userId="S::urn:spo:guest#gui.ifsp11@gmail.com::" providerId="AD" clId="Web-{D6FC0B74-B10D-328D-3268-0E81D0ED3359}" dt="2023-11-20T21:22:51.409" v="1540" actId="20577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gui.ifsp11@gmail.com" userId="S::urn:spo:guest#gui.ifsp11@gmail.com::" providerId="AD" clId="Web-{D6FC0B74-B10D-328D-3268-0E81D0ED3359}" dt="2023-11-20T19:20:58.665" v="407" actId="20577"/>
        <pc:sldMkLst>
          <pc:docMk/>
          <pc:sldMk cId="4135022405" sldId="370"/>
        </pc:sldMkLst>
        <pc:spChg chg="mod">
          <ac:chgData name="gui.ifsp11@gmail.com" userId="S::urn:spo:guest#gui.ifsp11@gmail.com::" providerId="AD" clId="Web-{D6FC0B74-B10D-328D-3268-0E81D0ED3359}" dt="2023-11-20T19:20:58.665" v="407" actId="20577"/>
          <ac:spMkLst>
            <pc:docMk/>
            <pc:sldMk cId="4135022405" sldId="37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17:04.734" v="282" actId="20577"/>
          <ac:spMkLst>
            <pc:docMk/>
            <pc:sldMk cId="4135022405" sldId="370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19:11:46.345" v="85" actId="20577"/>
        <pc:sldMkLst>
          <pc:docMk/>
          <pc:sldMk cId="164555787" sldId="372"/>
        </pc:sldMkLst>
        <pc:spChg chg="mod">
          <ac:chgData name="gui.ifsp11@gmail.com" userId="S::urn:spo:guest#gui.ifsp11@gmail.com::" providerId="AD" clId="Web-{D6FC0B74-B10D-328D-3268-0E81D0ED3359}" dt="2023-11-20T19:11:46.345" v="85" actId="20577"/>
          <ac:spMkLst>
            <pc:docMk/>
            <pc:sldMk cId="164555787" sldId="37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10:49.343" v="29" actId="20577"/>
          <ac:spMkLst>
            <pc:docMk/>
            <pc:sldMk cId="164555787" sldId="372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19:14:04.570" v="207" actId="20577"/>
        <pc:sldMkLst>
          <pc:docMk/>
          <pc:sldMk cId="1836243104" sldId="373"/>
        </pc:sldMkLst>
        <pc:spChg chg="mod">
          <ac:chgData name="gui.ifsp11@gmail.com" userId="S::urn:spo:guest#gui.ifsp11@gmail.com::" providerId="AD" clId="Web-{D6FC0B74-B10D-328D-3268-0E81D0ED3359}" dt="2023-11-20T19:14:04.570" v="207" actId="20577"/>
          <ac:spMkLst>
            <pc:docMk/>
            <pc:sldMk cId="1836243104" sldId="37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12:13.784" v="97" actId="20577"/>
          <ac:spMkLst>
            <pc:docMk/>
            <pc:sldMk cId="1836243104" sldId="37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19:15:17.745" v="276" actId="20577"/>
        <pc:sldMkLst>
          <pc:docMk/>
          <pc:sldMk cId="1126401834" sldId="374"/>
        </pc:sldMkLst>
        <pc:spChg chg="mod">
          <ac:chgData name="gui.ifsp11@gmail.com" userId="S::urn:spo:guest#gui.ifsp11@gmail.com::" providerId="AD" clId="Web-{D6FC0B74-B10D-328D-3268-0E81D0ED3359}" dt="2023-11-20T19:15:17.745" v="276" actId="20577"/>
          <ac:spMkLst>
            <pc:docMk/>
            <pc:sldMk cId="1126401834" sldId="37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14:22.649" v="219" actId="20577"/>
          <ac:spMkLst>
            <pc:docMk/>
            <pc:sldMk cId="1126401834" sldId="374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19:38:11.161" v="525" actId="20577"/>
        <pc:sldMkLst>
          <pc:docMk/>
          <pc:sldMk cId="1656339531" sldId="375"/>
        </pc:sldMkLst>
        <pc:spChg chg="mod">
          <ac:chgData name="gui.ifsp11@gmail.com" userId="S::urn:spo:guest#gui.ifsp11@gmail.com::" providerId="AD" clId="Web-{D6FC0B74-B10D-328D-3268-0E81D0ED3359}" dt="2023-11-20T19:38:11.161" v="525" actId="20577"/>
          <ac:spMkLst>
            <pc:docMk/>
            <pc:sldMk cId="1656339531" sldId="37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30:02.797" v="418" actId="20577"/>
          <ac:spMkLst>
            <pc:docMk/>
            <pc:sldMk cId="1656339531" sldId="375"/>
            <ac:spMk id="204" creationId="{00000000-0000-0000-0000-000000000000}"/>
          </ac:spMkLst>
        </pc:spChg>
      </pc:sldChg>
      <pc:sldChg chg="addSp modSp new mod setBg">
        <pc:chgData name="gui.ifsp11@gmail.com" userId="S::urn:spo:guest#gui.ifsp11@gmail.com::" providerId="AD" clId="Web-{D6FC0B74-B10D-328D-3268-0E81D0ED3359}" dt="2023-11-20T19:41:52.186" v="528"/>
        <pc:sldMkLst>
          <pc:docMk/>
          <pc:sldMk cId="3832717068" sldId="376"/>
        </pc:sldMkLst>
        <pc:spChg chg="mod ord">
          <ac:chgData name="gui.ifsp11@gmail.com" userId="S::urn:spo:guest#gui.ifsp11@gmail.com::" providerId="AD" clId="Web-{D6FC0B74-B10D-328D-3268-0E81D0ED3359}" dt="2023-11-20T19:41:52.186" v="528"/>
          <ac:spMkLst>
            <pc:docMk/>
            <pc:sldMk cId="3832717068" sldId="376"/>
            <ac:spMk id="2" creationId="{AF996410-0FC3-9386-8DAC-21297D39EF95}"/>
          </ac:spMkLst>
        </pc:spChg>
        <pc:picChg chg="add mod">
          <ac:chgData name="gui.ifsp11@gmail.com" userId="S::urn:spo:guest#gui.ifsp11@gmail.com::" providerId="AD" clId="Web-{D6FC0B74-B10D-328D-3268-0E81D0ED3359}" dt="2023-11-20T19:41:52.186" v="528"/>
          <ac:picMkLst>
            <pc:docMk/>
            <pc:sldMk cId="3832717068" sldId="376"/>
            <ac:picMk id="3" creationId="{588294D1-F9E2-C22D-FD78-81E939F9E5B6}"/>
          </ac:picMkLst>
        </pc:picChg>
      </pc:sldChg>
      <pc:sldChg chg="modSp add replId">
        <pc:chgData name="gui.ifsp11@gmail.com" userId="S::urn:spo:guest#gui.ifsp11@gmail.com::" providerId="AD" clId="Web-{D6FC0B74-B10D-328D-3268-0E81D0ED3359}" dt="2023-11-20T19:44:43.303" v="597" actId="20577"/>
        <pc:sldMkLst>
          <pc:docMk/>
          <pc:sldMk cId="3127008508" sldId="377"/>
        </pc:sldMkLst>
        <pc:spChg chg="mod">
          <ac:chgData name="gui.ifsp11@gmail.com" userId="S::urn:spo:guest#gui.ifsp11@gmail.com::" providerId="AD" clId="Web-{D6FC0B74-B10D-328D-3268-0E81D0ED3359}" dt="2023-11-20T19:44:43.303" v="597" actId="20577"/>
          <ac:spMkLst>
            <pc:docMk/>
            <pc:sldMk cId="3127008508" sldId="37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43:46.082" v="539" actId="20577"/>
          <ac:spMkLst>
            <pc:docMk/>
            <pc:sldMk cId="3127008508" sldId="377"/>
            <ac:spMk id="204" creationId="{00000000-0000-0000-0000-000000000000}"/>
          </ac:spMkLst>
        </pc:spChg>
      </pc:sldChg>
      <pc:sldChg chg="addSp modSp new mod setBg">
        <pc:chgData name="gui.ifsp11@gmail.com" userId="S::urn:spo:guest#gui.ifsp11@gmail.com::" providerId="AD" clId="Web-{D6FC0B74-B10D-328D-3268-0E81D0ED3359}" dt="2023-11-20T19:45:14.273" v="602"/>
        <pc:sldMkLst>
          <pc:docMk/>
          <pc:sldMk cId="1405388413" sldId="378"/>
        </pc:sldMkLst>
        <pc:spChg chg="mod ord">
          <ac:chgData name="gui.ifsp11@gmail.com" userId="S::urn:spo:guest#gui.ifsp11@gmail.com::" providerId="AD" clId="Web-{D6FC0B74-B10D-328D-3268-0E81D0ED3359}" dt="2023-11-20T19:45:14.273" v="602"/>
          <ac:spMkLst>
            <pc:docMk/>
            <pc:sldMk cId="1405388413" sldId="378"/>
            <ac:spMk id="2" creationId="{B614683A-9730-5F1E-D429-45D68CC84830}"/>
          </ac:spMkLst>
        </pc:spChg>
        <pc:spChg chg="add">
          <ac:chgData name="gui.ifsp11@gmail.com" userId="S::urn:spo:guest#gui.ifsp11@gmail.com::" providerId="AD" clId="Web-{D6FC0B74-B10D-328D-3268-0E81D0ED3359}" dt="2023-11-20T19:45:14.273" v="602"/>
          <ac:spMkLst>
            <pc:docMk/>
            <pc:sldMk cId="1405388413" sldId="378"/>
            <ac:spMk id="8" creationId="{7BDAC5B6-20CE-447F-8BA1-F2274AC7AE5B}"/>
          </ac:spMkLst>
        </pc:spChg>
        <pc:spChg chg="add">
          <ac:chgData name="gui.ifsp11@gmail.com" userId="S::urn:spo:guest#gui.ifsp11@gmail.com::" providerId="AD" clId="Web-{D6FC0B74-B10D-328D-3268-0E81D0ED3359}" dt="2023-11-20T19:45:14.273" v="602"/>
          <ac:spMkLst>
            <pc:docMk/>
            <pc:sldMk cId="1405388413" sldId="378"/>
            <ac:spMk id="10" creationId="{D1D22B31-BF8F-446B-9009-8A251FB177CB}"/>
          </ac:spMkLst>
        </pc:spChg>
        <pc:picChg chg="add mod">
          <ac:chgData name="gui.ifsp11@gmail.com" userId="S::urn:spo:guest#gui.ifsp11@gmail.com::" providerId="AD" clId="Web-{D6FC0B74-B10D-328D-3268-0E81D0ED3359}" dt="2023-11-20T19:45:14.273" v="602"/>
          <ac:picMkLst>
            <pc:docMk/>
            <pc:sldMk cId="1405388413" sldId="378"/>
            <ac:picMk id="3" creationId="{776AAF0B-CBF2-17E1-F3FC-416170909597}"/>
          </ac:picMkLst>
        </pc:picChg>
      </pc:sldChg>
      <pc:sldChg chg="modSp add ord replId">
        <pc:chgData name="gui.ifsp11@gmail.com" userId="S::urn:spo:guest#gui.ifsp11@gmail.com::" providerId="AD" clId="Web-{D6FC0B74-B10D-328D-3268-0E81D0ED3359}" dt="2023-11-20T19:48:27.921" v="664" actId="20577"/>
        <pc:sldMkLst>
          <pc:docMk/>
          <pc:sldMk cId="4212429350" sldId="379"/>
        </pc:sldMkLst>
        <pc:spChg chg="mod">
          <ac:chgData name="gui.ifsp11@gmail.com" userId="S::urn:spo:guest#gui.ifsp11@gmail.com::" providerId="AD" clId="Web-{D6FC0B74-B10D-328D-3268-0E81D0ED3359}" dt="2023-11-20T19:48:27.921" v="664" actId="20577"/>
          <ac:spMkLst>
            <pc:docMk/>
            <pc:sldMk cId="4212429350" sldId="379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46:42.651" v="611" actId="20577"/>
          <ac:spMkLst>
            <pc:docMk/>
            <pc:sldMk cId="4212429350" sldId="379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19:51:44.945" v="700" actId="20577"/>
        <pc:sldMkLst>
          <pc:docMk/>
          <pc:sldMk cId="1464949399" sldId="380"/>
        </pc:sldMkLst>
        <pc:spChg chg="mod">
          <ac:chgData name="gui.ifsp11@gmail.com" userId="S::urn:spo:guest#gui.ifsp11@gmail.com::" providerId="AD" clId="Web-{D6FC0B74-B10D-328D-3268-0E81D0ED3359}" dt="2023-11-20T19:51:44.945" v="700" actId="20577"/>
          <ac:spMkLst>
            <pc:docMk/>
            <pc:sldMk cId="1464949399" sldId="380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19:52:32.588" v="717" actId="20577"/>
        <pc:sldMkLst>
          <pc:docMk/>
          <pc:sldMk cId="252554572" sldId="381"/>
        </pc:sldMkLst>
        <pc:spChg chg="mod">
          <ac:chgData name="gui.ifsp11@gmail.com" userId="S::urn:spo:guest#gui.ifsp11@gmail.com::" providerId="AD" clId="Web-{D6FC0B74-B10D-328D-3268-0E81D0ED3359}" dt="2023-11-20T19:52:32.588" v="717" actId="20577"/>
          <ac:spMkLst>
            <pc:docMk/>
            <pc:sldMk cId="252554572" sldId="38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52:02.024" v="712" actId="20577"/>
          <ac:spMkLst>
            <pc:docMk/>
            <pc:sldMk cId="252554572" sldId="381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18:26.574" v="914" actId="20577"/>
        <pc:sldMkLst>
          <pc:docMk/>
          <pc:sldMk cId="2448660938" sldId="382"/>
        </pc:sldMkLst>
        <pc:spChg chg="mod">
          <ac:chgData name="gui.ifsp11@gmail.com" userId="S::urn:spo:guest#gui.ifsp11@gmail.com::" providerId="AD" clId="Web-{D6FC0B74-B10D-328D-3268-0E81D0ED3359}" dt="2023-11-20T20:18:26.574" v="914" actId="20577"/>
          <ac:spMkLst>
            <pc:docMk/>
            <pc:sldMk cId="2448660938" sldId="38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53:09.839" v="730" actId="20577"/>
          <ac:spMkLst>
            <pc:docMk/>
            <pc:sldMk cId="2448660938" sldId="382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13:31.640" v="899" actId="20577"/>
        <pc:sldMkLst>
          <pc:docMk/>
          <pc:sldMk cId="1532802918" sldId="383"/>
        </pc:sldMkLst>
        <pc:spChg chg="mod">
          <ac:chgData name="gui.ifsp11@gmail.com" userId="S::urn:spo:guest#gui.ifsp11@gmail.com::" providerId="AD" clId="Web-{D6FC0B74-B10D-328D-3268-0E81D0ED3359}" dt="2023-11-20T20:13:31.640" v="899" actId="20577"/>
          <ac:spMkLst>
            <pc:docMk/>
            <pc:sldMk cId="1532802918" sldId="38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09:36.552" v="838" actId="20577"/>
          <ac:spMkLst>
            <pc:docMk/>
            <pc:sldMk cId="1532802918" sldId="38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38:30.031" v="1517" actId="20577"/>
        <pc:sldMkLst>
          <pc:docMk/>
          <pc:sldMk cId="3267974714" sldId="384"/>
        </pc:sldMkLst>
        <pc:spChg chg="mod">
          <ac:chgData name="gui.ifsp11@gmail.com" userId="S::urn:spo:guest#gui.ifsp11@gmail.com::" providerId="AD" clId="Web-{D6FC0B74-B10D-328D-3268-0E81D0ED3359}" dt="2023-11-20T20:38:30.031" v="1517" actId="20577"/>
          <ac:spMkLst>
            <pc:docMk/>
            <pc:sldMk cId="3267974714" sldId="38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08:47.207" v="791" actId="20577"/>
          <ac:spMkLst>
            <pc:docMk/>
            <pc:sldMk cId="3267974714" sldId="384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20:38.549" v="1046" actId="20577"/>
        <pc:sldMkLst>
          <pc:docMk/>
          <pc:sldMk cId="1744684628" sldId="385"/>
        </pc:sldMkLst>
        <pc:spChg chg="mod">
          <ac:chgData name="gui.ifsp11@gmail.com" userId="S::urn:spo:guest#gui.ifsp11@gmail.com::" providerId="AD" clId="Web-{D6FC0B74-B10D-328D-3268-0E81D0ED3359}" dt="2023-11-20T20:20:38.549" v="1046" actId="20577"/>
          <ac:spMkLst>
            <pc:docMk/>
            <pc:sldMk cId="1744684628" sldId="38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19:33.515" v="957" actId="20577"/>
          <ac:spMkLst>
            <pc:docMk/>
            <pc:sldMk cId="1744684628" sldId="385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38:15.468" v="1514" actId="20577"/>
        <pc:sldMkLst>
          <pc:docMk/>
          <pc:sldMk cId="3636215984" sldId="386"/>
        </pc:sldMkLst>
        <pc:spChg chg="mod">
          <ac:chgData name="gui.ifsp11@gmail.com" userId="S::urn:spo:guest#gui.ifsp11@gmail.com::" providerId="AD" clId="Web-{D6FC0B74-B10D-328D-3268-0E81D0ED3359}" dt="2023-11-20T20:38:15.468" v="1514" actId="20577"/>
          <ac:spMkLst>
            <pc:docMk/>
            <pc:sldMk cId="3636215984" sldId="38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18:39.012" v="918" actId="20577"/>
          <ac:spMkLst>
            <pc:docMk/>
            <pc:sldMk cId="3636215984" sldId="386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20:23:08.461" v="1222" actId="20577"/>
        <pc:sldMkLst>
          <pc:docMk/>
          <pc:sldMk cId="3064229850" sldId="387"/>
        </pc:sldMkLst>
        <pc:spChg chg="mod">
          <ac:chgData name="gui.ifsp11@gmail.com" userId="S::urn:spo:guest#gui.ifsp11@gmail.com::" providerId="AD" clId="Web-{D6FC0B74-B10D-328D-3268-0E81D0ED3359}" dt="2023-11-20T20:23:08.461" v="1222" actId="20577"/>
          <ac:spMkLst>
            <pc:docMk/>
            <pc:sldMk cId="3064229850" sldId="38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21:35.004" v="1068" actId="20577"/>
          <ac:spMkLst>
            <pc:docMk/>
            <pc:sldMk cId="3064229850" sldId="387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24:16.745" v="1245" actId="20577"/>
        <pc:sldMkLst>
          <pc:docMk/>
          <pc:sldMk cId="3861227020" sldId="388"/>
        </pc:sldMkLst>
        <pc:spChg chg="mod">
          <ac:chgData name="gui.ifsp11@gmail.com" userId="S::urn:spo:guest#gui.ifsp11@gmail.com::" providerId="AD" clId="Web-{D6FC0B74-B10D-328D-3268-0E81D0ED3359}" dt="2023-11-20T20:24:16.745" v="1245" actId="20577"/>
          <ac:spMkLst>
            <pc:docMk/>
            <pc:sldMk cId="3861227020" sldId="388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20:30:33.652" v="1508" actId="20577"/>
        <pc:sldMkLst>
          <pc:docMk/>
          <pc:sldMk cId="2536205062" sldId="389"/>
        </pc:sldMkLst>
        <pc:spChg chg="mod">
          <ac:chgData name="gui.ifsp11@gmail.com" userId="S::urn:spo:guest#gui.ifsp11@gmail.com::" providerId="AD" clId="Web-{D6FC0B74-B10D-328D-3268-0E81D0ED3359}" dt="2023-11-20T20:30:33.652" v="1508" actId="20577"/>
          <ac:spMkLst>
            <pc:docMk/>
            <pc:sldMk cId="2536205062" sldId="389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27:14.846" v="1275" actId="20577"/>
          <ac:spMkLst>
            <pc:docMk/>
            <pc:sldMk cId="2536205062" sldId="389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30:48.590" v="1510" actId="20577"/>
        <pc:sldMkLst>
          <pc:docMk/>
          <pc:sldMk cId="2654937385" sldId="390"/>
        </pc:sldMkLst>
        <pc:spChg chg="mod">
          <ac:chgData name="gui.ifsp11@gmail.com" userId="S::urn:spo:guest#gui.ifsp11@gmail.com::" providerId="AD" clId="Web-{D6FC0B74-B10D-328D-3268-0E81D0ED3359}" dt="2023-11-20T20:30:48.590" v="1510" actId="20577"/>
          <ac:spMkLst>
            <pc:docMk/>
            <pc:sldMk cId="2654937385" sldId="39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28:59.992" v="1423" actId="20577"/>
          <ac:spMkLst>
            <pc:docMk/>
            <pc:sldMk cId="2654937385" sldId="390"/>
            <ac:spMk id="204" creationId="{00000000-0000-0000-0000-000000000000}"/>
          </ac:spMkLst>
        </pc:spChg>
      </pc:sld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i="1"/>
              <a:t>Cada </a:t>
            </a:r>
            <a:r>
              <a:rPr lang="en-US" i="1" err="1"/>
              <a:t>tema</a:t>
            </a:r>
            <a:r>
              <a:rPr lang="en-US" i="1"/>
              <a:t> </a:t>
            </a:r>
            <a:r>
              <a:rPr lang="en-US" i="1" err="1"/>
              <a:t>deve</a:t>
            </a:r>
            <a:r>
              <a:rPr lang="en-US" i="1"/>
              <a:t> </a:t>
            </a:r>
            <a:r>
              <a:rPr lang="en-US" i="1" err="1"/>
              <a:t>ter</a:t>
            </a:r>
            <a:r>
              <a:rPr lang="en-US" i="1"/>
              <a:t> </a:t>
            </a:r>
            <a:r>
              <a:rPr lang="en-US" i="1" err="1"/>
              <a:t>sua</a:t>
            </a:r>
            <a:r>
              <a:rPr lang="en-US" i="1"/>
              <a:t> </a:t>
            </a:r>
            <a:r>
              <a:rPr lang="en-US" i="1" err="1"/>
              <a:t>respectiva</a:t>
            </a:r>
            <a:r>
              <a:rPr lang="en-US" i="1"/>
              <a:t> </a:t>
            </a:r>
            <a:r>
              <a:rPr lang="en-US" i="1" err="1"/>
              <a:t>apresentação</a:t>
            </a:r>
            <a:r>
              <a:rPr lang="en-US" i="1"/>
              <a:t>, </a:t>
            </a:r>
            <a:r>
              <a:rPr lang="en-US" i="1" err="1"/>
              <a:t>visando</a:t>
            </a:r>
            <a:r>
              <a:rPr lang="en-US" i="1"/>
              <a:t> o </a:t>
            </a:r>
            <a:r>
              <a:rPr lang="en-US" i="1" err="1"/>
              <a:t>desenvolvimento</a:t>
            </a:r>
            <a:r>
              <a:rPr lang="en-US" i="1"/>
              <a:t> (</a:t>
            </a:r>
            <a:r>
              <a:rPr lang="en-US" i="1" err="1"/>
              <a:t>teórico</a:t>
            </a:r>
            <a:r>
              <a:rPr lang="en-US" i="1"/>
              <a:t> e/</a:t>
            </a:r>
            <a:r>
              <a:rPr lang="en-US" i="1" err="1"/>
              <a:t>ou</a:t>
            </a:r>
            <a:r>
              <a:rPr lang="en-US" i="1"/>
              <a:t> </a:t>
            </a:r>
            <a:r>
              <a:rPr lang="en-US" i="1" err="1"/>
              <a:t>prático</a:t>
            </a:r>
            <a:r>
              <a:rPr lang="en-US" i="1"/>
              <a:t>) do </a:t>
            </a:r>
            <a:r>
              <a:rPr lang="en-US" i="1" err="1"/>
              <a:t>tópico</a:t>
            </a:r>
            <a:r>
              <a:rPr lang="en-US" i="1"/>
              <a:t> </a:t>
            </a:r>
            <a:r>
              <a:rPr lang="en-US" i="1" err="1"/>
              <a:t>em</a:t>
            </a:r>
            <a:r>
              <a:rPr lang="en-US" i="1"/>
              <a:t> </a:t>
            </a:r>
            <a:r>
              <a:rPr lang="en-US" i="1" err="1"/>
              <a:t>questão</a:t>
            </a:r>
            <a:r>
              <a:rPr lang="en-US" i="1"/>
              <a:t>.</a:t>
            </a:r>
            <a:endParaRPr 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2270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indent="0">
              <a:buClr>
                <a:schemeClr val="dk1"/>
              </a:buClr>
              <a:buNone/>
            </a:pPr>
            <a:r>
              <a:rPr lang="en-US" err="1"/>
              <a:t>Liste</a:t>
            </a:r>
            <a:r>
              <a:rPr lang="en-US"/>
              <a:t> </a:t>
            </a:r>
            <a:r>
              <a:rPr lang="en-US" err="1"/>
              <a:t>aqui</a:t>
            </a:r>
            <a:r>
              <a:rPr lang="en-US"/>
              <a:t> </a:t>
            </a:r>
            <a:r>
              <a:rPr lang="en-US" err="1"/>
              <a:t>os</a:t>
            </a:r>
            <a:r>
              <a:rPr lang="en-US"/>
              <a:t> </a:t>
            </a:r>
            <a:r>
              <a:rPr lang="en-US" err="1"/>
              <a:t>pré-requisitos</a:t>
            </a:r>
            <a:r>
              <a:rPr lang="en-US"/>
              <a:t> para o </a:t>
            </a:r>
            <a:r>
              <a:rPr lang="en-US" err="1"/>
              <a:t>tema</a:t>
            </a:r>
            <a:r>
              <a:rPr lang="en-US"/>
              <a:t>, </a:t>
            </a:r>
            <a:r>
              <a:rPr lang="en-US" err="1"/>
              <a:t>desde</a:t>
            </a:r>
            <a:r>
              <a:rPr lang="en-US"/>
              <a:t> </a:t>
            </a:r>
            <a:r>
              <a:rPr lang="en-US" err="1"/>
              <a:t>configurações</a:t>
            </a:r>
            <a:r>
              <a:rPr lang="en-US"/>
              <a:t> do </a:t>
            </a:r>
            <a:r>
              <a:rPr lang="en-US" err="1"/>
              <a:t>ambiente</a:t>
            </a:r>
            <a:r>
              <a:rPr lang="en-US"/>
              <a:t> </a:t>
            </a:r>
            <a:r>
              <a:rPr lang="en-US" err="1"/>
              <a:t>até</a:t>
            </a:r>
            <a:r>
              <a:rPr lang="en-US"/>
              <a:t> as </a:t>
            </a:r>
            <a:r>
              <a:rPr lang="en-US" err="1"/>
              <a:t>noções</a:t>
            </a:r>
            <a:r>
              <a:rPr lang="en-US"/>
              <a:t> </a:t>
            </a:r>
            <a:r>
              <a:rPr lang="en-US" err="1"/>
              <a:t>básicas</a:t>
            </a:r>
            <a:r>
              <a:rPr lang="en-US"/>
              <a:t> </a:t>
            </a:r>
            <a:r>
              <a:rPr lang="en-US" err="1"/>
              <a:t>necessárias</a:t>
            </a:r>
            <a:r>
              <a:rPr lang="en-US"/>
              <a:t> para </a:t>
            </a:r>
            <a:r>
              <a:rPr lang="en-US" err="1"/>
              <a:t>uma</a:t>
            </a:r>
            <a:r>
              <a:rPr lang="en-US"/>
              <a:t> </a:t>
            </a:r>
            <a:r>
              <a:rPr lang="en-US" err="1"/>
              <a:t>melhor</a:t>
            </a:r>
            <a:r>
              <a:rPr lang="en-US"/>
              <a:t> </a:t>
            </a:r>
            <a:r>
              <a:rPr lang="en-US" err="1"/>
              <a:t>assimilação</a:t>
            </a:r>
            <a:r>
              <a:rPr lang="en-US"/>
              <a:t> do </a:t>
            </a:r>
            <a:r>
              <a:rPr lang="en-US" err="1"/>
              <a:t>conteúdo</a:t>
            </a:r>
            <a:r>
              <a:rPr lang="en-US"/>
              <a:t>.</a:t>
            </a:r>
            <a:endParaRPr lang="pt-BR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9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576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11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8536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148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57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6903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1654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33778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351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595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81433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7152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7178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6131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4177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593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3198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61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1990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91500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7511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8560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5048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8181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2886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4170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2712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1409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vindi.github.io/api-docs/dist/#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xml/xml_soap.asp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io.apollographql.com/public/SpaceX-pxxbxen/variant/current/explorer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dio.me/articles&#8203;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lang="en-US"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000"/>
              </a:spcBef>
              <a:buSzPts val="1600"/>
            </a:pPr>
            <a:r>
              <a:rPr lang="en-US" sz="22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Analista</a:t>
            </a:r>
            <a:r>
              <a:rPr lang="en-US" sz="22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2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sistemas</a:t>
            </a:r>
          </a:p>
          <a:p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400" b="1" dirty="0">
                <a:latin typeface="Calibri"/>
                <a:ea typeface="Calibri"/>
                <a:sym typeface="Calibri"/>
              </a:rPr>
              <a:t>https://linktr.ee/decarvalhogui</a:t>
            </a:r>
            <a:endParaRPr lang="en-US" sz="24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Introdução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ao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Desenvolvimento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Web</a:t>
            </a:r>
            <a:endParaRPr lang="en-US" sz="4000" b="1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FA95A95-A1E7-0B2E-183F-D3C4DED9A4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C162A7A9-E5EB-660E-15AE-8FE1BA616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5525" y="1760678"/>
            <a:ext cx="7984551" cy="269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/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Introduzir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conceitos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fundamentais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web,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compreendendo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estrutura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básica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da web,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arquitetura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cliente-servidor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as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principais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tecnologias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front-end e back-end.</a:t>
            </a:r>
            <a:endParaRPr lang="pt-BR" dirty="0"/>
          </a:p>
        </p:txBody>
      </p:sp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441B70-C259-32CC-1493-7549E4EAC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2ED88311-ADE9-EB5E-4FEF-A32E91065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0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599663"/>
            <a:ext cx="7995334" cy="296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19100" indent="-342900">
              <a:lnSpc>
                <a:spcPct val="150000"/>
              </a:lnSpc>
              <a:buClr>
                <a:srgbClr val="040A24"/>
              </a:buClr>
              <a:buSzPts val="2400"/>
              <a:buFont typeface="Wingdings"/>
              <a:buChar char="ü"/>
            </a:pPr>
            <a:r>
              <a:rPr lang="en-US" sz="2800" dirty="0">
                <a:solidFill>
                  <a:srgbClr val="040A24"/>
                </a:solidFill>
                <a:latin typeface="Calibri"/>
                <a:cs typeface="Calibri"/>
              </a:rPr>
              <a:t>N/A</a:t>
            </a:r>
          </a:p>
          <a:p>
            <a:pPr marL="419100" indent="-342900">
              <a:buClr>
                <a:srgbClr val="040A24"/>
              </a:buClr>
              <a:buSzPts val="2400"/>
              <a:buFont typeface="Wingdings"/>
              <a:buChar char="ü"/>
            </a:pPr>
            <a:endParaRPr lang="en-US" sz="240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B7BB7D6-497D-5E00-850D-A213CF0D1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F4D555A0-887D-C200-6E6E-EBF99EEE2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endParaRPr sz="4000" b="0" i="0" u="none" strike="noStrike" cap="none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 dirty="0" err="1">
                <a:solidFill>
                  <a:srgbClr val="040A24"/>
                </a:solidFill>
                <a:latin typeface="Calibri"/>
                <a:cs typeface="Calibri"/>
              </a:rPr>
              <a:t>Introdução</a:t>
            </a:r>
            <a:r>
              <a:rPr lang="en-US" sz="2400" b="1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cs typeface="Calibri"/>
              </a:rPr>
              <a:t>ao</a:t>
            </a:r>
            <a:r>
              <a:rPr lang="en-US" sz="2400" b="1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cs typeface="Calibri"/>
              </a:rPr>
              <a:t>desenvolvimento</a:t>
            </a:r>
            <a:r>
              <a:rPr lang="en-US" sz="2400" b="1" dirty="0">
                <a:solidFill>
                  <a:srgbClr val="040A24"/>
                </a:solidFill>
                <a:latin typeface="Calibri"/>
                <a:cs typeface="Calibri"/>
              </a:rPr>
              <a:t> web</a:t>
            </a:r>
            <a:endParaRPr lang="pt-BR" dirty="0" err="1">
              <a:ea typeface="Calibri"/>
            </a:endParaRP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APIs –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Conceitos</a:t>
            </a: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fundamentais</a:t>
            </a:r>
            <a:endParaRPr lang="en-US" sz="2400" b="1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SzPts val="2400"/>
            </a:pPr>
            <a:endParaRPr lang="en-US" sz="2400" b="1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400"/>
            </a:pP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Introdução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Web</a:t>
            </a:r>
            <a:endParaRPr lang="en-US" sz="2400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Introdução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ao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desenvolvimento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 Web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web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refere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-se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processo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criação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websites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aplicações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para a internet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ou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intranet.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Abrange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variedade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tarefas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incluindo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web design,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programação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web,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gestão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bancos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dados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engenharia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servidores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  <a:endParaRPr lang="pt-BR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O que é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desenvolvimento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 Web?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Frontend: A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parte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do website que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os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usuários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interagem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diretamente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. Envolve a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criação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de interfaces de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usuário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experiências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usando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tecnologias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como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HTML, CSS e JavaScript.</a:t>
            </a: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Backend: O '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bastidor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' de um website,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onde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ocorrem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o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processamento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de dados,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gerenciamento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de banco de dados e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controle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servidor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. Envolve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linguagens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200" err="1">
                <a:solidFill>
                  <a:srgbClr val="040A24"/>
                </a:solidFill>
                <a:latin typeface="Calibri"/>
                <a:cs typeface="Calibri"/>
              </a:rPr>
              <a:t>como</a:t>
            </a:r>
            <a:r>
              <a:rPr lang="en-US" sz="2200" dirty="0">
                <a:solidFill>
                  <a:srgbClr val="040A24"/>
                </a:solidFill>
                <a:latin typeface="Calibri"/>
                <a:cs typeface="Calibri"/>
              </a:rPr>
              <a:t> Python, Java, Go, etc.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Componentes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principais</a:t>
            </a:r>
            <a:endParaRPr lang="en-US" sz="4000" b="1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16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688699"/>
            <a:ext cx="529596" cy="4397651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482600"/>
            <a:ext cx="315230" cy="425168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482600"/>
            <a:ext cx="8200127" cy="404395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 descr="Lista de ferramentas para backend">
            <a:extLst>
              <a:ext uri="{FF2B5EF4-FFF2-40B4-BE49-F238E27FC236}">
                <a16:creationId xmlns:a16="http://schemas.microsoft.com/office/drawing/2014/main" id="{CFD730D7-4B5E-D830-C41A-65DA581E8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140" y="965200"/>
            <a:ext cx="5667721" cy="3079462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0F021FB-0445-ED17-512B-EB787367EB1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30718" y="4786884"/>
            <a:ext cx="514350" cy="2400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[</a:t>
            </a:r>
            <a:fld id="{00000000-1234-1234-1234-123412341234}" type="slidenum">
              <a:rPr lang="en-US" sz="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r>
              <a:rPr lang="en-US" sz="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0616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400"/>
            </a:pP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Introdução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Web</a:t>
            </a:r>
            <a:endParaRPr lang="en-US" sz="2400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Como a Web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funciona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?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58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A internet é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rede global de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computadores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interconectados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 A Web,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ou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World Wide Web, é um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sistema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informação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construído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sobre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a internet que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utiliza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o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protocolo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HTTP para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transmitir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dados.</a:t>
            </a:r>
            <a:endParaRPr lang="pt-BR" sz="2400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Internet vs. Web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684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899" y="688699"/>
            <a:ext cx="529596" cy="4397651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338409" y="482600"/>
            <a:ext cx="315230" cy="425168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78790" y="482600"/>
            <a:ext cx="8200127" cy="404395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 descr="difference between internet and world wide web">
            <a:extLst>
              <a:ext uri="{FF2B5EF4-FFF2-40B4-BE49-F238E27FC236}">
                <a16:creationId xmlns:a16="http://schemas.microsoft.com/office/drawing/2014/main" id="{1BEBAE63-74B5-80BD-2930-36A37A843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298" y="965200"/>
            <a:ext cx="5197404" cy="3079462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ABFB16D-92E2-ABD6-4C37-478B063911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30718" y="4786884"/>
            <a:ext cx="514350" cy="2400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[</a:t>
            </a:r>
            <a:fld id="{00000000-1234-1234-1234-123412341234}" type="slidenum">
              <a:rPr lang="en-US" sz="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r>
              <a:rPr lang="en-US" sz="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63255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HTTP (Hypertext Transfer Protocol) é o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protocolo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fundamental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usado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na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Web para a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transferência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dados. Quando um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usuário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acessa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um site, o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navegador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envia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solicitação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HTTP para o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servidor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do site, que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responde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com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dados do site.</a:t>
            </a:r>
            <a:endParaRPr lang="pt-BR" sz="2400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Protocolo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HTTP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58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indent="-457200" algn="just">
              <a:lnSpc>
                <a:spcPct val="114999"/>
              </a:lnSpc>
              <a:spcBef>
                <a:spcPts val="1000"/>
              </a:spcBef>
              <a:buAutoNum type="arabicPeriod"/>
            </a:pPr>
            <a:r>
              <a:rPr lang="en-US" b="1" dirty="0" err="1">
                <a:solidFill>
                  <a:srgbClr val="040A24"/>
                </a:solidFill>
                <a:latin typeface="Calibri"/>
                <a:cs typeface="Calibri"/>
              </a:rPr>
              <a:t>Solicitação</a:t>
            </a:r>
            <a:r>
              <a:rPr lang="en-US" b="1" dirty="0">
                <a:solidFill>
                  <a:srgbClr val="040A24"/>
                </a:solidFill>
                <a:latin typeface="Calibri"/>
                <a:cs typeface="Calibri"/>
              </a:rPr>
              <a:t> do </a:t>
            </a:r>
            <a:r>
              <a:rPr lang="en-US" b="1" dirty="0" err="1">
                <a:solidFill>
                  <a:srgbClr val="040A24"/>
                </a:solidFill>
                <a:latin typeface="Calibri"/>
                <a:cs typeface="Calibri"/>
              </a:rPr>
              <a:t>usuário</a:t>
            </a:r>
            <a:r>
              <a:rPr lang="en-US" b="1" dirty="0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040A24"/>
                </a:solidFill>
                <a:latin typeface="Calibri"/>
                <a:cs typeface="Calibri"/>
              </a:rPr>
              <a:t>Tudo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040A24"/>
                </a:solidFill>
                <a:latin typeface="Calibri"/>
                <a:cs typeface="Calibri"/>
              </a:rPr>
              <a:t>começa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com o </a:t>
            </a:r>
            <a:r>
              <a:rPr lang="en-US" dirty="0" err="1">
                <a:solidFill>
                  <a:srgbClr val="040A24"/>
                </a:solidFill>
                <a:latin typeface="Calibri"/>
                <a:cs typeface="Calibri"/>
              </a:rPr>
              <a:t>usuário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040A24"/>
                </a:solidFill>
                <a:latin typeface="Calibri"/>
                <a:cs typeface="Calibri"/>
              </a:rPr>
              <a:t>inserindo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um URL no </a:t>
            </a:r>
            <a:r>
              <a:rPr lang="en-US" dirty="0" err="1">
                <a:solidFill>
                  <a:srgbClr val="040A24"/>
                </a:solidFill>
                <a:latin typeface="Calibri"/>
                <a:cs typeface="Calibri"/>
              </a:rPr>
              <a:t>navegador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040A24"/>
                </a:solidFill>
                <a:latin typeface="Calibri"/>
                <a:cs typeface="Calibri"/>
              </a:rPr>
              <a:t>ou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040A24"/>
                </a:solidFill>
                <a:latin typeface="Calibri"/>
                <a:cs typeface="Calibri"/>
              </a:rPr>
              <a:t>clicando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dirty="0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um link.</a:t>
            </a:r>
          </a:p>
          <a:p>
            <a:pPr marL="457200" indent="-457200" algn="just">
              <a:lnSpc>
                <a:spcPct val="114999"/>
              </a:lnSpc>
              <a:spcBef>
                <a:spcPts val="1000"/>
              </a:spcBef>
              <a:buAutoNum type="arabicPeriod"/>
            </a:pPr>
            <a:r>
              <a:rPr lang="en-US" b="1" err="1">
                <a:solidFill>
                  <a:srgbClr val="040A24"/>
                </a:solidFill>
                <a:latin typeface="Calibri"/>
                <a:cs typeface="Calibri"/>
              </a:rPr>
              <a:t>Resolução</a:t>
            </a:r>
            <a:r>
              <a:rPr lang="en-US" b="1" dirty="0">
                <a:solidFill>
                  <a:srgbClr val="040A24"/>
                </a:solidFill>
                <a:latin typeface="Calibri"/>
                <a:cs typeface="Calibri"/>
              </a:rPr>
              <a:t> de DNS: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O URL é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traduzido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um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endereço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IP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através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de um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sistema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chamado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DNS (Domain Name System).</a:t>
            </a:r>
          </a:p>
          <a:p>
            <a:pPr marL="457200" indent="-457200" algn="just">
              <a:lnSpc>
                <a:spcPct val="114999"/>
              </a:lnSpc>
              <a:spcBef>
                <a:spcPts val="1000"/>
              </a:spcBef>
              <a:buAutoNum type="arabicPeriod"/>
            </a:pPr>
            <a:r>
              <a:rPr lang="en-US" b="1" err="1">
                <a:solidFill>
                  <a:srgbClr val="040A24"/>
                </a:solidFill>
                <a:latin typeface="Calibri"/>
                <a:cs typeface="Calibri"/>
              </a:rPr>
              <a:t>Conexão</a:t>
            </a:r>
            <a:r>
              <a:rPr lang="en-US" b="1" dirty="0">
                <a:solidFill>
                  <a:srgbClr val="040A24"/>
                </a:solidFill>
                <a:latin typeface="Calibri"/>
                <a:cs typeface="Calibri"/>
              </a:rPr>
              <a:t> com o </a:t>
            </a:r>
            <a:r>
              <a:rPr lang="en-US" b="1" err="1">
                <a:solidFill>
                  <a:srgbClr val="040A24"/>
                </a:solidFill>
                <a:latin typeface="Calibri"/>
                <a:cs typeface="Calibri"/>
              </a:rPr>
              <a:t>servidor</a:t>
            </a:r>
            <a:r>
              <a:rPr lang="en-US" b="1" dirty="0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O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navegador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utiliza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o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endereço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IP para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estabelecer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conexão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com o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servidor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que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hospeda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o site.</a:t>
            </a:r>
          </a:p>
          <a:p>
            <a:pPr marL="457200" indent="-457200" algn="just">
              <a:lnSpc>
                <a:spcPct val="114999"/>
              </a:lnSpc>
              <a:spcBef>
                <a:spcPts val="1000"/>
              </a:spcBef>
              <a:buAutoNum type="arabicPeriod"/>
            </a:pPr>
            <a:r>
              <a:rPr lang="en-US" b="1" err="1">
                <a:solidFill>
                  <a:srgbClr val="040A24"/>
                </a:solidFill>
                <a:latin typeface="Calibri"/>
                <a:cs typeface="Calibri"/>
              </a:rPr>
              <a:t>Resposta</a:t>
            </a:r>
            <a:r>
              <a:rPr lang="en-US" b="1" dirty="0">
                <a:solidFill>
                  <a:srgbClr val="040A24"/>
                </a:solidFill>
                <a:latin typeface="Calibri"/>
                <a:cs typeface="Calibri"/>
              </a:rPr>
              <a:t> do </a:t>
            </a:r>
            <a:r>
              <a:rPr lang="en-US" b="1" err="1">
                <a:solidFill>
                  <a:srgbClr val="040A24"/>
                </a:solidFill>
                <a:latin typeface="Calibri"/>
                <a:cs typeface="Calibri"/>
              </a:rPr>
              <a:t>servidor</a:t>
            </a:r>
            <a:r>
              <a:rPr lang="en-US" b="1" dirty="0">
                <a:solidFill>
                  <a:srgbClr val="040A24"/>
                </a:solidFill>
                <a:latin typeface="Calibri"/>
                <a:cs typeface="Calibri"/>
              </a:rPr>
              <a:t>: 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O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servidor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processa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a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solicitação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HTTP e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envia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de volta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os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arquivos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do site,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geralmente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HTML, CSS e JavaScript.</a:t>
            </a:r>
          </a:p>
          <a:p>
            <a:pPr marL="457200" indent="-457200" algn="just">
              <a:lnSpc>
                <a:spcPct val="114999"/>
              </a:lnSpc>
              <a:spcBef>
                <a:spcPts val="1000"/>
              </a:spcBef>
              <a:buAutoNum type="arabicPeriod"/>
            </a:pPr>
            <a:r>
              <a:rPr lang="en-US" b="1" err="1">
                <a:solidFill>
                  <a:srgbClr val="040A24"/>
                </a:solidFill>
                <a:latin typeface="Calibri"/>
                <a:cs typeface="Calibri"/>
              </a:rPr>
              <a:t>Renderização</a:t>
            </a:r>
            <a:r>
              <a:rPr lang="en-US" b="1" dirty="0">
                <a:solidFill>
                  <a:srgbClr val="040A24"/>
                </a:solidFill>
                <a:latin typeface="Calibri"/>
                <a:cs typeface="Calibri"/>
              </a:rPr>
              <a:t> no </a:t>
            </a:r>
            <a:r>
              <a:rPr lang="en-US" b="1" err="1">
                <a:solidFill>
                  <a:srgbClr val="040A24"/>
                </a:solidFill>
                <a:latin typeface="Calibri"/>
                <a:cs typeface="Calibri"/>
              </a:rPr>
              <a:t>navegador</a:t>
            </a:r>
            <a:r>
              <a:rPr lang="en-US" b="1" dirty="0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O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navegador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interpreta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esses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arquivos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exibe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os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site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ao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err="1">
                <a:solidFill>
                  <a:srgbClr val="040A24"/>
                </a:solidFill>
                <a:latin typeface="Calibri"/>
                <a:cs typeface="Calibri"/>
              </a:rPr>
              <a:t>usuário</a:t>
            </a:r>
            <a:r>
              <a:rPr lang="en-US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Funcionamento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de um Website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892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2E126AEF-1583-4E5E-4EA5-BDE787707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343" y="482599"/>
            <a:ext cx="6897313" cy="4178300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6BE556F-8F87-5B34-1422-3C15E15543B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[</a:t>
            </a:r>
            <a:fld id="{00000000-1234-1234-1234-123412341234}" type="slidenum"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787011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Além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HTML, CSS e JavaScript,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tecnologias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como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SSL/TLS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segurança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APIs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interatividade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bancos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dados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armazenamento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dados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também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desempenham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um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papel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vital no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funcionamento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da Web.</a:t>
            </a:r>
            <a:endParaRPr lang="pt-BR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Tecnologias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envolvidas</a:t>
            </a:r>
            <a:endParaRPr lang="en-US" sz="4000" b="1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51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400"/>
            </a:pP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Introdução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Web</a:t>
            </a:r>
            <a:endParaRPr lang="en-US" sz="2400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Tecnologias front-end e back-end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81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Front-end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refere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-se à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parte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web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lida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com a interface do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usuário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. 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objetivo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é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apresentar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informações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forma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interativa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acessível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para 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usuário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final.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Front-end: A interface do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usuário</a:t>
            </a:r>
            <a:endParaRPr lang="en-US" sz="4000" b="1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06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1000"/>
              </a:spcBef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HTML (Hypertext Markup Language): Estrutura 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conteúdo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da web.</a:t>
            </a: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CSS (Cascading Style Sheets): </a:t>
            </a:r>
            <a:r>
              <a:rPr lang="en-US" sz="240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Estiliza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apresenta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240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conteúdo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HTML.</a:t>
            </a:r>
            <a:endParaRPr lang="en-US"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JavaScript: Torna as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páginas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web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interativas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dinâmicas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Tecnologias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chave</a:t>
            </a:r>
            <a:endParaRPr lang="en-US" sz="4000" b="1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53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Back-end é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parte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do site que 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usuário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vê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Inclui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servidor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aplicação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banco de dados. É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responsável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gerenciar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processar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dados,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garantindo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tudo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no front-end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funcione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corretamente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Back-end: A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lógica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por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trás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dos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bastidores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5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1000"/>
              </a:spcBef>
              <a:buChar char="•"/>
            </a:pPr>
            <a:r>
              <a:rPr lang="en-US" sz="240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Linguagens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: Python, Ruby, PHP, Java, JavaScript, entre </a:t>
            </a:r>
            <a:r>
              <a:rPr lang="en-US" sz="240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outras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.</a:t>
            </a:r>
            <a:endParaRPr lang="pt-BR">
              <a:ea typeface="Calibri"/>
            </a:endParaRP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Banco de dados: PostgreSQL, MySQL, MongoDB, Oracle, etc.</a:t>
            </a: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Frameworks: Django (Python), Express (JavaScript), Spring Boot (Java).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Linguagens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tecnologias</a:t>
            </a:r>
            <a:endParaRPr lang="en-US" sz="4000" b="1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43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1000"/>
              </a:spcBef>
            </a:pP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Desenvolvedores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Full Stack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profissionais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têm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habilidades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tanto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front-end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quanto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back-end,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sendo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capazes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trabalhar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ambas as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áreas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web.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Desenvolvimento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 Full Stack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01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400"/>
            </a:pP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Introdução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Web</a:t>
            </a:r>
            <a:endParaRPr lang="en-US" sz="2400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APIs -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Conceitos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fundamentais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53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API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ou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Interface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Programação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Aplicações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, é um conjunto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regras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definições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permite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diferentes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aplicações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software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ou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componentes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comuniquem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entre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si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Funciona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um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intermediário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permitindo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pedidos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sejam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feitos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respostas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sejam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recebidas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entre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diferentes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sistemas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software.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O que é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uma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API?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22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N media">
            <a:extLst>
              <a:ext uri="{FF2B5EF4-FFF2-40B4-BE49-F238E27FC236}">
                <a16:creationId xmlns:a16="http://schemas.microsoft.com/office/drawing/2014/main" id="{588294D1-F9E2-C22D-FD78-81E939F9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762" y="482599"/>
            <a:ext cx="4274475" cy="4178300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F996410-0FC3-9386-8DAC-21297D39EF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[</a:t>
            </a:r>
            <a:fld id="{00000000-1234-1234-1234-123412341234}" type="slidenum"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24</a:t>
            </a:fld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32717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Na web, as APIs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usadas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permitir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interação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entre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diferentes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serviços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aplicações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enviar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dados de um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usuário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um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aplicativo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para um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servidor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ou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solicitar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dados de um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serviço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externo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exemplo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, redes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sociais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mapas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previsão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do tempo).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APIs no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contexto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da Web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39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As APIs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cruciais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para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construção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aplicações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modernas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escaláveis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. Elas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permitem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flexibilidade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integrar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expandir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funcionalidades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sem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reinventar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roda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Importância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das APIs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08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DAC5B6-20CE-447F-8BA1-F2274AC7A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D22B31-BF8F-446B-9009-8A251FB17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3094406 w 12192000"/>
              <a:gd name="connsiteY0" fmla="*/ 283966 h 6858000"/>
              <a:gd name="connsiteX1" fmla="*/ 3038833 w 12192000"/>
              <a:gd name="connsiteY1" fmla="*/ 309661 h 6858000"/>
              <a:gd name="connsiteX2" fmla="*/ 3348384 w 12192000"/>
              <a:gd name="connsiteY2" fmla="*/ 406000 h 6858000"/>
              <a:gd name="connsiteX3" fmla="*/ 2864309 w 12192000"/>
              <a:gd name="connsiteY3" fmla="*/ 355295 h 6858000"/>
              <a:gd name="connsiteX4" fmla="*/ 2856039 w 12192000"/>
              <a:gd name="connsiteY4" fmla="*/ 388058 h 6858000"/>
              <a:gd name="connsiteX5" fmla="*/ 3405794 w 12192000"/>
              <a:gd name="connsiteY5" fmla="*/ 512089 h 6858000"/>
              <a:gd name="connsiteX6" fmla="*/ 3356651 w 12192000"/>
              <a:gd name="connsiteY6" fmla="*/ 531204 h 6858000"/>
              <a:gd name="connsiteX7" fmla="*/ 3064552 w 12192000"/>
              <a:gd name="connsiteY7" fmla="*/ 483228 h 6858000"/>
              <a:gd name="connsiteX8" fmla="*/ 3005765 w 12192000"/>
              <a:gd name="connsiteY8" fmla="*/ 495708 h 6858000"/>
              <a:gd name="connsiteX9" fmla="*/ 3034700 w 12192000"/>
              <a:gd name="connsiteY9" fmla="*/ 553823 h 6858000"/>
              <a:gd name="connsiteX10" fmla="*/ 3161459 w 12192000"/>
              <a:gd name="connsiteY10" fmla="*/ 576445 h 6858000"/>
              <a:gd name="connsiteX11" fmla="*/ 3358949 w 12192000"/>
              <a:gd name="connsiteY11" fmla="*/ 712961 h 6858000"/>
              <a:gd name="connsiteX12" fmla="*/ 3059960 w 12192000"/>
              <a:gd name="connsiteY12" fmla="*/ 696576 h 6858000"/>
              <a:gd name="connsiteX13" fmla="*/ 3007143 w 12192000"/>
              <a:gd name="connsiteY13" fmla="*/ 729732 h 6858000"/>
              <a:gd name="connsiteX14" fmla="*/ 2986935 w 12192000"/>
              <a:gd name="connsiteY14" fmla="*/ 772635 h 6858000"/>
              <a:gd name="connsiteX15" fmla="*/ 2871197 w 12192000"/>
              <a:gd name="connsiteY15" fmla="*/ 808127 h 6858000"/>
              <a:gd name="connsiteX16" fmla="*/ 3053071 w 12192000"/>
              <a:gd name="connsiteY16" fmla="*/ 847913 h 6858000"/>
              <a:gd name="connsiteX17" fmla="*/ 2858796 w 12192000"/>
              <a:gd name="connsiteY17" fmla="*/ 847913 h 6858000"/>
              <a:gd name="connsiteX18" fmla="*/ 2635588 w 12192000"/>
              <a:gd name="connsiteY18" fmla="*/ 820611 h 6858000"/>
              <a:gd name="connsiteX19" fmla="*/ 2397683 w 12192000"/>
              <a:gd name="connsiteY19" fmla="*/ 829190 h 6858000"/>
              <a:gd name="connsiteX20" fmla="*/ 1921874 w 12192000"/>
              <a:gd name="connsiteY20" fmla="*/ 778877 h 6858000"/>
              <a:gd name="connsiteX21" fmla="*/ 1695450 w 12192000"/>
              <a:gd name="connsiteY21" fmla="*/ 782386 h 6858000"/>
              <a:gd name="connsiteX22" fmla="*/ 2954324 w 12192000"/>
              <a:gd name="connsiteY22" fmla="*/ 1120940 h 6858000"/>
              <a:gd name="connsiteX23" fmla="*/ 2890028 w 12192000"/>
              <a:gd name="connsiteY23" fmla="*/ 1195435 h 6858000"/>
              <a:gd name="connsiteX24" fmla="*/ 3153652 w 12192000"/>
              <a:gd name="connsiteY24" fmla="*/ 1276563 h 6858000"/>
              <a:gd name="connsiteX25" fmla="*/ 3218410 w 12192000"/>
              <a:gd name="connsiteY25" fmla="*/ 1356911 h 6858000"/>
              <a:gd name="connsiteX26" fmla="*/ 3137118 w 12192000"/>
              <a:gd name="connsiteY26" fmla="*/ 1349891 h 6858000"/>
              <a:gd name="connsiteX27" fmla="*/ 3067309 w 12192000"/>
              <a:gd name="connsiteY27" fmla="*/ 1365102 h 6858000"/>
              <a:gd name="connsiteX28" fmla="*/ 3096243 w 12192000"/>
              <a:gd name="connsiteY28" fmla="*/ 1467292 h 6858000"/>
              <a:gd name="connsiteX29" fmla="*/ 3468716 w 12192000"/>
              <a:gd name="connsiteY29" fmla="*/ 1599125 h 6858000"/>
              <a:gd name="connsiteX30" fmla="*/ 3502241 w 12192000"/>
              <a:gd name="connsiteY30" fmla="*/ 1642029 h 6858000"/>
              <a:gd name="connsiteX31" fmla="*/ 3457692 w 12192000"/>
              <a:gd name="connsiteY31" fmla="*/ 1672453 h 6858000"/>
              <a:gd name="connsiteX32" fmla="*/ 3337362 w 12192000"/>
              <a:gd name="connsiteY32" fmla="*/ 1688053 h 6858000"/>
              <a:gd name="connsiteX33" fmla="*/ 3505915 w 12192000"/>
              <a:gd name="connsiteY33" fmla="*/ 1834318 h 6858000"/>
              <a:gd name="connsiteX34" fmla="*/ 3567458 w 12192000"/>
              <a:gd name="connsiteY34" fmla="*/ 1874880 h 6858000"/>
              <a:gd name="connsiteX35" fmla="*/ 3672634 w 12192000"/>
              <a:gd name="connsiteY35" fmla="*/ 1937678 h 6858000"/>
              <a:gd name="connsiteX36" fmla="*/ 3674470 w 12192000"/>
              <a:gd name="connsiteY36" fmla="*/ 1956789 h 6858000"/>
              <a:gd name="connsiteX37" fmla="*/ 3531176 w 12192000"/>
              <a:gd name="connsiteY37" fmla="*/ 2024266 h 6858000"/>
              <a:gd name="connsiteX38" fmla="*/ 3272604 w 12192000"/>
              <a:gd name="connsiteY38" fmla="*/ 2005933 h 6858000"/>
              <a:gd name="connsiteX39" fmla="*/ 3654720 w 12192000"/>
              <a:gd name="connsiteY39" fmla="*/ 2106564 h 6858000"/>
              <a:gd name="connsiteX40" fmla="*/ 2417892 w 12192000"/>
              <a:gd name="connsiteY40" fmla="*/ 1866690 h 6858000"/>
              <a:gd name="connsiteX41" fmla="*/ 2496888 w 12192000"/>
              <a:gd name="connsiteY41" fmla="*/ 1929487 h 6858000"/>
              <a:gd name="connsiteX42" fmla="*/ 2929526 w 12192000"/>
              <a:gd name="connsiteY42" fmla="*/ 2094862 h 6858000"/>
              <a:gd name="connsiteX43" fmla="*/ 3052152 w 12192000"/>
              <a:gd name="connsiteY43" fmla="*/ 2198613 h 6858000"/>
              <a:gd name="connsiteX44" fmla="*/ 3180748 w 12192000"/>
              <a:gd name="connsiteY44" fmla="*/ 2255948 h 6858000"/>
              <a:gd name="connsiteX45" fmla="*/ 3361244 w 12192000"/>
              <a:gd name="connsiteY45" fmla="*/ 2254777 h 6858000"/>
              <a:gd name="connsiteX46" fmla="*/ 3489382 w 12192000"/>
              <a:gd name="connsiteY46" fmla="*/ 2342926 h 6858000"/>
              <a:gd name="connsiteX47" fmla="*/ 3355733 w 12192000"/>
              <a:gd name="connsiteY47" fmla="*/ 2361649 h 6858000"/>
              <a:gd name="connsiteX48" fmla="*/ 3199121 w 12192000"/>
              <a:gd name="connsiteY48" fmla="*/ 2347216 h 6858000"/>
              <a:gd name="connsiteX49" fmla="*/ 2861091 w 12192000"/>
              <a:gd name="connsiteY49" fmla="*/ 2351896 h 6858000"/>
              <a:gd name="connsiteX50" fmla="*/ 2667278 w 12192000"/>
              <a:gd name="connsiteY50" fmla="*/ 2369058 h 6858000"/>
              <a:gd name="connsiteX51" fmla="*/ 2221781 w 12192000"/>
              <a:gd name="connsiteY51" fmla="*/ 2339805 h 6858000"/>
              <a:gd name="connsiteX52" fmla="*/ 2247961 w 12192000"/>
              <a:gd name="connsiteY52" fmla="*/ 2414693 h 6858000"/>
              <a:gd name="connsiteX53" fmla="*/ 2231425 w 12192000"/>
              <a:gd name="connsiteY53" fmla="*/ 2479828 h 6858000"/>
              <a:gd name="connsiteX54" fmla="*/ 2224996 w 12192000"/>
              <a:gd name="connsiteY54" fmla="*/ 2621414 h 6858000"/>
              <a:gd name="connsiteX55" fmla="*/ 2229131 w 12192000"/>
              <a:gd name="connsiteY55" fmla="*/ 2644426 h 6858000"/>
              <a:gd name="connsiteX56" fmla="*/ 2129466 w 12192000"/>
              <a:gd name="connsiteY56" fmla="*/ 2659247 h 6858000"/>
              <a:gd name="connsiteX57" fmla="*/ 2723312 w 12192000"/>
              <a:gd name="connsiteY57" fmla="*/ 2953726 h 6858000"/>
              <a:gd name="connsiteX58" fmla="*/ 2326496 w 12192000"/>
              <a:gd name="connsiteY58" fmla="*/ 2878838 h 6858000"/>
              <a:gd name="connsiteX59" fmla="*/ 2272759 w 12192000"/>
              <a:gd name="connsiteY59" fmla="*/ 3002480 h 6858000"/>
              <a:gd name="connsiteX60" fmla="*/ 2459226 w 12192000"/>
              <a:gd name="connsiteY60" fmla="*/ 3112471 h 6858000"/>
              <a:gd name="connsiteX61" fmla="*/ 2528117 w 12192000"/>
              <a:gd name="connsiteY61" fmla="*/ 3330111 h 6858000"/>
              <a:gd name="connsiteX62" fmla="*/ 2494590 w 12192000"/>
              <a:gd name="connsiteY62" fmla="*/ 3529029 h 6858000"/>
              <a:gd name="connsiteX63" fmla="*/ 2414677 w 12192000"/>
              <a:gd name="connsiteY63" fmla="*/ 3592215 h 6858000"/>
              <a:gd name="connsiteX64" fmla="*/ 2298940 w 12192000"/>
              <a:gd name="connsiteY64" fmla="*/ 3705716 h 6858000"/>
              <a:gd name="connsiteX65" fmla="*/ 2227294 w 12192000"/>
              <a:gd name="connsiteY65" fmla="*/ 3775921 h 6858000"/>
              <a:gd name="connsiteX66" fmla="*/ 1978366 w 12192000"/>
              <a:gd name="connsiteY66" fmla="*/ 3748620 h 6858000"/>
              <a:gd name="connsiteX67" fmla="*/ 2310421 w 12192000"/>
              <a:gd name="connsiteY67" fmla="*/ 3926868 h 6858000"/>
              <a:gd name="connsiteX68" fmla="*/ 2041285 w 12192000"/>
              <a:gd name="connsiteY68" fmla="*/ 3904635 h 6858000"/>
              <a:gd name="connsiteX69" fmla="*/ 1953565 w 12192000"/>
              <a:gd name="connsiteY69" fmla="*/ 3917116 h 6858000"/>
              <a:gd name="connsiteX70" fmla="*/ 2003623 w 12192000"/>
              <a:gd name="connsiteY70" fmla="*/ 3974842 h 6858000"/>
              <a:gd name="connsiteX71" fmla="*/ 2201114 w 12192000"/>
              <a:gd name="connsiteY71" fmla="*/ 4072742 h 6858000"/>
              <a:gd name="connsiteX72" fmla="*/ 2608032 w 12192000"/>
              <a:gd name="connsiteY72" fmla="*/ 4337967 h 6858000"/>
              <a:gd name="connsiteX73" fmla="*/ 2213973 w 12192000"/>
              <a:gd name="connsiteY73" fmla="*/ 4216277 h 6858000"/>
              <a:gd name="connsiteX74" fmla="*/ 2629158 w 12192000"/>
              <a:gd name="connsiteY74" fmla="*/ 4488911 h 6858000"/>
              <a:gd name="connsiteX75" fmla="*/ 2721471 w 12192000"/>
              <a:gd name="connsiteY75" fmla="*/ 4579399 h 6858000"/>
              <a:gd name="connsiteX76" fmla="*/ 2907939 w 12192000"/>
              <a:gd name="connsiteY76" fmla="*/ 4804062 h 6858000"/>
              <a:gd name="connsiteX77" fmla="*/ 2898753 w 12192000"/>
              <a:gd name="connsiteY77" fmla="*/ 4829414 h 6858000"/>
              <a:gd name="connsiteX78" fmla="*/ 2683352 w 12192000"/>
              <a:gd name="connsiteY78" fmla="*/ 4793141 h 6858000"/>
              <a:gd name="connsiteX79" fmla="*/ 2962594 w 12192000"/>
              <a:gd name="connsiteY79" fmla="*/ 4981920 h 6858000"/>
              <a:gd name="connsiteX80" fmla="*/ 3251019 w 12192000"/>
              <a:gd name="connsiteY80" fmla="*/ 5127012 h 6858000"/>
              <a:gd name="connsiteX81" fmla="*/ 3046180 w 12192000"/>
              <a:gd name="connsiteY81" fmla="*/ 5104781 h 6858000"/>
              <a:gd name="connsiteX82" fmla="*/ 2764646 w 12192000"/>
              <a:gd name="connsiteY82" fmla="*/ 5021703 h 6858000"/>
              <a:gd name="connsiteX83" fmla="*/ 2666820 w 12192000"/>
              <a:gd name="connsiteY83" fmla="*/ 5052905 h 6858000"/>
              <a:gd name="connsiteX84" fmla="*/ 2933657 w 12192000"/>
              <a:gd name="connsiteY84" fmla="*/ 5190198 h 6858000"/>
              <a:gd name="connsiteX85" fmla="*/ 3086598 w 12192000"/>
              <a:gd name="connsiteY85" fmla="*/ 5253776 h 6858000"/>
              <a:gd name="connsiteX86" fmla="*/ 3147680 w 12192000"/>
              <a:gd name="connsiteY86" fmla="*/ 5302531 h 6858000"/>
              <a:gd name="connsiteX87" fmla="*/ 3322204 w 12192000"/>
              <a:gd name="connsiteY87" fmla="*/ 5476487 h 6858000"/>
              <a:gd name="connsiteX88" fmla="*/ 3834758 w 12192000"/>
              <a:gd name="connsiteY88" fmla="*/ 5666434 h 6858000"/>
              <a:gd name="connsiteX89" fmla="*/ 4314240 w 12192000"/>
              <a:gd name="connsiteY89" fmla="*/ 5902409 h 6858000"/>
              <a:gd name="connsiteX90" fmla="*/ 4688552 w 12192000"/>
              <a:gd name="connsiteY90" fmla="*/ 6049453 h 6858000"/>
              <a:gd name="connsiteX91" fmla="*/ 5634660 w 12192000"/>
              <a:gd name="connsiteY91" fmla="*/ 6238620 h 6858000"/>
              <a:gd name="connsiteX92" fmla="*/ 9222980 w 12192000"/>
              <a:gd name="connsiteY92" fmla="*/ 4955397 h 6858000"/>
              <a:gd name="connsiteX93" fmla="*/ 9268448 w 12192000"/>
              <a:gd name="connsiteY93" fmla="*/ 4917173 h 6858000"/>
              <a:gd name="connsiteX94" fmla="*/ 9442512 w 12192000"/>
              <a:gd name="connsiteY94" fmla="*/ 4773251 h 6858000"/>
              <a:gd name="connsiteX95" fmla="*/ 9590400 w 12192000"/>
              <a:gd name="connsiteY95" fmla="*/ 4643756 h 6858000"/>
              <a:gd name="connsiteX96" fmla="*/ 9513242 w 12192000"/>
              <a:gd name="connsiteY96" fmla="*/ 4600073 h 6858000"/>
              <a:gd name="connsiteX97" fmla="*/ 9617498 w 12192000"/>
              <a:gd name="connsiteY97" fmla="*/ 4476430 h 6858000"/>
              <a:gd name="connsiteX98" fmla="*/ 9949094 w 12192000"/>
              <a:gd name="connsiteY98" fmla="*/ 4095364 h 6858000"/>
              <a:gd name="connsiteX99" fmla="*/ 10094686 w 12192000"/>
              <a:gd name="connsiteY99" fmla="*/ 4011507 h 6858000"/>
              <a:gd name="connsiteX100" fmla="*/ 10271967 w 12192000"/>
              <a:gd name="connsiteY100" fmla="*/ 3800497 h 6858000"/>
              <a:gd name="connsiteX101" fmla="*/ 10297226 w 12192000"/>
              <a:gd name="connsiteY101" fmla="*/ 3751742 h 6858000"/>
              <a:gd name="connsiteX102" fmla="*/ 10260943 w 12192000"/>
              <a:gd name="connsiteY102" fmla="*/ 3689723 h 6858000"/>
              <a:gd name="connsiteX103" fmla="*/ 10233847 w 12192000"/>
              <a:gd name="connsiteY103" fmla="*/ 3627319 h 6858000"/>
              <a:gd name="connsiteX104" fmla="*/ 10269209 w 12192000"/>
              <a:gd name="connsiteY104" fmla="*/ 3608986 h 6858000"/>
              <a:gd name="connsiteX105" fmla="*/ 10496550 w 12192000"/>
              <a:gd name="connsiteY105" fmla="*/ 3577393 h 6858000"/>
              <a:gd name="connsiteX106" fmla="*/ 10364738 w 12192000"/>
              <a:gd name="connsiteY106" fmla="*/ 3458823 h 6858000"/>
              <a:gd name="connsiteX107" fmla="*/ 10132346 w 12192000"/>
              <a:gd name="connsiteY107" fmla="*/ 3282137 h 6858000"/>
              <a:gd name="connsiteX108" fmla="*/ 10026712 w 12192000"/>
              <a:gd name="connsiteY108" fmla="*/ 3156543 h 6858000"/>
              <a:gd name="connsiteX109" fmla="*/ 10014312 w 12192000"/>
              <a:gd name="connsiteY109" fmla="*/ 3044213 h 6858000"/>
              <a:gd name="connsiteX110" fmla="*/ 9806718 w 12192000"/>
              <a:gd name="connsiteY110" fmla="*/ 2977907 h 6858000"/>
              <a:gd name="connsiteX111" fmla="*/ 10001912 w 12192000"/>
              <a:gd name="connsiteY111" fmla="*/ 2740374 h 6858000"/>
              <a:gd name="connsiteX112" fmla="*/ 10021662 w 12192000"/>
              <a:gd name="connsiteY112" fmla="*/ 2691231 h 6858000"/>
              <a:gd name="connsiteX113" fmla="*/ 9904546 w 12192000"/>
              <a:gd name="connsiteY113" fmla="*/ 2515322 h 6858000"/>
              <a:gd name="connsiteX114" fmla="*/ 9885256 w 12192000"/>
              <a:gd name="connsiteY114" fmla="*/ 2487240 h 6858000"/>
              <a:gd name="connsiteX115" fmla="*/ 9842085 w 12192000"/>
              <a:gd name="connsiteY115" fmla="*/ 2431074 h 6858000"/>
              <a:gd name="connsiteX116" fmla="*/ 9718078 w 12192000"/>
              <a:gd name="connsiteY116" fmla="*/ 2417424 h 6858000"/>
              <a:gd name="connsiteX117" fmla="*/ 9782378 w 12192000"/>
              <a:gd name="connsiteY117" fmla="*/ 2377641 h 6858000"/>
              <a:gd name="connsiteX118" fmla="*/ 9907302 w 12192000"/>
              <a:gd name="connsiteY118" fmla="*/ 2243078 h 6858000"/>
              <a:gd name="connsiteX119" fmla="*/ 9824171 w 12192000"/>
              <a:gd name="connsiteY119" fmla="*/ 2114365 h 6858000"/>
              <a:gd name="connsiteX120" fmla="*/ 9818662 w 12192000"/>
              <a:gd name="connsiteY120" fmla="*/ 2043377 h 6858000"/>
              <a:gd name="connsiteX121" fmla="*/ 9958740 w 12192000"/>
              <a:gd name="connsiteY121" fmla="*/ 1952499 h 6858000"/>
              <a:gd name="connsiteX122" fmla="*/ 10064374 w 12192000"/>
              <a:gd name="connsiteY122" fmla="*/ 1916615 h 6858000"/>
              <a:gd name="connsiteX123" fmla="*/ 10113055 w 12192000"/>
              <a:gd name="connsiteY123" fmla="*/ 1865131 h 6858000"/>
              <a:gd name="connsiteX124" fmla="*/ 10055646 w 12192000"/>
              <a:gd name="connsiteY124" fmla="*/ 1822227 h 6858000"/>
              <a:gd name="connsiteX125" fmla="*/ 9800748 w 12192000"/>
              <a:gd name="connsiteY125" fmla="*/ 1720036 h 6858000"/>
              <a:gd name="connsiteX126" fmla="*/ 9938071 w 12192000"/>
              <a:gd name="connsiteY126" fmla="*/ 1634617 h 6858000"/>
              <a:gd name="connsiteX127" fmla="*/ 9220224 w 12192000"/>
              <a:gd name="connsiteY127" fmla="*/ 1231709 h 6858000"/>
              <a:gd name="connsiteX128" fmla="*/ 9133419 w 12192000"/>
              <a:gd name="connsiteY128" fmla="*/ 1170083 h 6858000"/>
              <a:gd name="connsiteX129" fmla="*/ 8672768 w 12192000"/>
              <a:gd name="connsiteY129" fmla="*/ 1020699 h 6858000"/>
              <a:gd name="connsiteX130" fmla="*/ 8198797 w 12192000"/>
              <a:gd name="connsiteY130" fmla="*/ 915000 h 6858000"/>
              <a:gd name="connsiteX131" fmla="*/ 8528095 w 12192000"/>
              <a:gd name="connsiteY131" fmla="*/ 691898 h 6858000"/>
              <a:gd name="connsiteX132" fmla="*/ 8025190 w 12192000"/>
              <a:gd name="connsiteY132" fmla="*/ 640021 h 6858000"/>
              <a:gd name="connsiteX133" fmla="*/ 7976047 w 12192000"/>
              <a:gd name="connsiteY133" fmla="*/ 641584 h 6858000"/>
              <a:gd name="connsiteX134" fmla="*/ 6988604 w 12192000"/>
              <a:gd name="connsiteY134" fmla="*/ 607260 h 6858000"/>
              <a:gd name="connsiteX135" fmla="*/ 5573116 w 12192000"/>
              <a:gd name="connsiteY135" fmla="*/ 493368 h 6858000"/>
              <a:gd name="connsiteX136" fmla="*/ 4401503 w 12192000"/>
              <a:gd name="connsiteY136" fmla="*/ 425112 h 6858000"/>
              <a:gd name="connsiteX137" fmla="*/ 3154109 w 12192000"/>
              <a:gd name="connsiteY137" fmla="*/ 292499 h 6858000"/>
              <a:gd name="connsiteX138" fmla="*/ 3094406 w 12192000"/>
              <a:gd name="connsiteY138" fmla="*/ 28396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3094406" y="283966"/>
                </a:moveTo>
                <a:cubicBezTo>
                  <a:pt x="3074312" y="283528"/>
                  <a:pt x="3054907" y="288795"/>
                  <a:pt x="3038833" y="309661"/>
                </a:cubicBezTo>
                <a:cubicBezTo>
                  <a:pt x="3124259" y="364657"/>
                  <a:pt x="3233105" y="343983"/>
                  <a:pt x="3348384" y="406000"/>
                </a:cubicBezTo>
                <a:cubicBezTo>
                  <a:pt x="3161001" y="386497"/>
                  <a:pt x="3012653" y="370896"/>
                  <a:pt x="2864309" y="355295"/>
                </a:cubicBezTo>
                <a:cubicBezTo>
                  <a:pt x="2861553" y="366216"/>
                  <a:pt x="2858796" y="377136"/>
                  <a:pt x="2856039" y="388058"/>
                </a:cubicBezTo>
                <a:cubicBezTo>
                  <a:pt x="3045722" y="411070"/>
                  <a:pt x="3221166" y="470356"/>
                  <a:pt x="3405794" y="512089"/>
                </a:cubicBezTo>
                <a:cubicBezTo>
                  <a:pt x="3388799" y="537835"/>
                  <a:pt x="3371808" y="532763"/>
                  <a:pt x="3356651" y="531204"/>
                </a:cubicBezTo>
                <a:cubicBezTo>
                  <a:pt x="3257907" y="521062"/>
                  <a:pt x="3159164" y="510922"/>
                  <a:pt x="3064552" y="483228"/>
                </a:cubicBezTo>
                <a:cubicBezTo>
                  <a:pt x="3043427" y="476987"/>
                  <a:pt x="3017704" y="476987"/>
                  <a:pt x="3005765" y="495708"/>
                </a:cubicBezTo>
                <a:cubicBezTo>
                  <a:pt x="2988771" y="522231"/>
                  <a:pt x="3013113" y="539393"/>
                  <a:pt x="3034700" y="553823"/>
                </a:cubicBezTo>
                <a:cubicBezTo>
                  <a:pt x="3072360" y="578787"/>
                  <a:pt x="3117827" y="571767"/>
                  <a:pt x="3161459" y="576445"/>
                </a:cubicBezTo>
                <a:cubicBezTo>
                  <a:pt x="3277655" y="588537"/>
                  <a:pt x="3333228" y="626370"/>
                  <a:pt x="3358949" y="712961"/>
                </a:cubicBezTo>
                <a:cubicBezTo>
                  <a:pt x="3256987" y="677857"/>
                  <a:pt x="3158703" y="721151"/>
                  <a:pt x="3059960" y="696576"/>
                </a:cubicBezTo>
                <a:cubicBezTo>
                  <a:pt x="3034240" y="690338"/>
                  <a:pt x="2993364" y="699698"/>
                  <a:pt x="3007143" y="729732"/>
                </a:cubicBezTo>
                <a:cubicBezTo>
                  <a:pt x="3020003" y="757814"/>
                  <a:pt x="3062716" y="778096"/>
                  <a:pt x="2986935" y="772635"/>
                </a:cubicBezTo>
                <a:cubicBezTo>
                  <a:pt x="2932740" y="768735"/>
                  <a:pt x="2826647" y="800329"/>
                  <a:pt x="2871197" y="808127"/>
                </a:cubicBezTo>
                <a:cubicBezTo>
                  <a:pt x="2927228" y="817881"/>
                  <a:pt x="2981883" y="831921"/>
                  <a:pt x="3053071" y="847913"/>
                </a:cubicBezTo>
                <a:cubicBezTo>
                  <a:pt x="2974533" y="874043"/>
                  <a:pt x="2918042" y="868584"/>
                  <a:pt x="2858796" y="847913"/>
                </a:cubicBezTo>
                <a:cubicBezTo>
                  <a:pt x="2787150" y="822949"/>
                  <a:pt x="2693916" y="792528"/>
                  <a:pt x="2635588" y="820611"/>
                </a:cubicBezTo>
                <a:cubicBezTo>
                  <a:pt x="2548326" y="862734"/>
                  <a:pt x="2475760" y="836211"/>
                  <a:pt x="2397683" y="829190"/>
                </a:cubicBezTo>
                <a:cubicBezTo>
                  <a:pt x="2238775" y="814759"/>
                  <a:pt x="2081241" y="790576"/>
                  <a:pt x="1921874" y="778877"/>
                </a:cubicBezTo>
                <a:cubicBezTo>
                  <a:pt x="1858036" y="774195"/>
                  <a:pt x="1789143" y="751964"/>
                  <a:pt x="1695450" y="782386"/>
                </a:cubicBezTo>
                <a:cubicBezTo>
                  <a:pt x="2119822" y="938012"/>
                  <a:pt x="2575423" y="928262"/>
                  <a:pt x="2954324" y="1120940"/>
                </a:cubicBezTo>
                <a:cubicBezTo>
                  <a:pt x="2938251" y="1139269"/>
                  <a:pt x="2856502" y="1191535"/>
                  <a:pt x="2890028" y="1195435"/>
                </a:cubicBezTo>
                <a:cubicBezTo>
                  <a:pt x="2984178" y="1206748"/>
                  <a:pt x="3067767" y="1244971"/>
                  <a:pt x="3153652" y="1276563"/>
                </a:cubicBezTo>
                <a:cubicBezTo>
                  <a:pt x="3190855" y="1290216"/>
                  <a:pt x="3235862" y="1308157"/>
                  <a:pt x="3218410" y="1356911"/>
                </a:cubicBezTo>
                <a:cubicBezTo>
                  <a:pt x="3186719" y="1370562"/>
                  <a:pt x="3163296" y="1351451"/>
                  <a:pt x="3137118" y="1349891"/>
                </a:cubicBezTo>
                <a:cubicBezTo>
                  <a:pt x="3110480" y="1348331"/>
                  <a:pt x="3050773" y="1358471"/>
                  <a:pt x="3067309" y="1365102"/>
                </a:cubicBezTo>
                <a:cubicBezTo>
                  <a:pt x="3142629" y="1395136"/>
                  <a:pt x="3007143" y="1467292"/>
                  <a:pt x="3096243" y="1467292"/>
                </a:cubicBezTo>
                <a:cubicBezTo>
                  <a:pt x="3245506" y="1467681"/>
                  <a:pt x="3324961" y="1595613"/>
                  <a:pt x="3468716" y="1599125"/>
                </a:cubicBezTo>
                <a:cubicBezTo>
                  <a:pt x="3491677" y="1599513"/>
                  <a:pt x="3502700" y="1622137"/>
                  <a:pt x="3502241" y="1642029"/>
                </a:cubicBezTo>
                <a:cubicBezTo>
                  <a:pt x="3502241" y="1665822"/>
                  <a:pt x="3481116" y="1670112"/>
                  <a:pt x="3457692" y="1672453"/>
                </a:cubicBezTo>
                <a:cubicBezTo>
                  <a:pt x="3421868" y="1675962"/>
                  <a:pt x="3384667" y="1642029"/>
                  <a:pt x="3337362" y="1688053"/>
                </a:cubicBezTo>
                <a:cubicBezTo>
                  <a:pt x="3422329" y="1714966"/>
                  <a:pt x="3507294" y="1741878"/>
                  <a:pt x="3505915" y="1834318"/>
                </a:cubicBezTo>
                <a:cubicBezTo>
                  <a:pt x="3505457" y="1859279"/>
                  <a:pt x="3540820" y="1868640"/>
                  <a:pt x="3567458" y="1874880"/>
                </a:cubicBezTo>
                <a:cubicBezTo>
                  <a:pt x="3611549" y="1885023"/>
                  <a:pt x="3648750" y="1902965"/>
                  <a:pt x="3672634" y="1937678"/>
                </a:cubicBezTo>
                <a:cubicBezTo>
                  <a:pt x="3672172" y="1944308"/>
                  <a:pt x="3671715" y="1951329"/>
                  <a:pt x="3674470" y="1956789"/>
                </a:cubicBezTo>
                <a:cubicBezTo>
                  <a:pt x="3666664" y="2040646"/>
                  <a:pt x="3602363" y="2038306"/>
                  <a:pt x="3531176" y="2024266"/>
                </a:cubicBezTo>
                <a:cubicBezTo>
                  <a:pt x="3446211" y="2007103"/>
                  <a:pt x="3362164" y="1975900"/>
                  <a:pt x="3272604" y="2005933"/>
                </a:cubicBezTo>
                <a:cubicBezTo>
                  <a:pt x="3398905" y="2046107"/>
                  <a:pt x="3536229" y="2049228"/>
                  <a:pt x="3654720" y="2106564"/>
                </a:cubicBezTo>
                <a:cubicBezTo>
                  <a:pt x="3221166" y="2117095"/>
                  <a:pt x="2838130" y="1936116"/>
                  <a:pt x="2417892" y="1866690"/>
                </a:cubicBezTo>
                <a:cubicBezTo>
                  <a:pt x="2432130" y="1913105"/>
                  <a:pt x="2466114" y="1922465"/>
                  <a:pt x="2496888" y="1929487"/>
                </a:cubicBezTo>
                <a:cubicBezTo>
                  <a:pt x="2652123" y="1964590"/>
                  <a:pt x="2788067" y="2034408"/>
                  <a:pt x="2929526" y="2094862"/>
                </a:cubicBezTo>
                <a:cubicBezTo>
                  <a:pt x="2987851" y="2119825"/>
                  <a:pt x="3030106" y="2144789"/>
                  <a:pt x="3052152" y="2198613"/>
                </a:cubicBezTo>
                <a:cubicBezTo>
                  <a:pt x="3071903" y="2247367"/>
                  <a:pt x="3110021" y="2269990"/>
                  <a:pt x="3180748" y="2255948"/>
                </a:cubicBezTo>
                <a:cubicBezTo>
                  <a:pt x="3238157" y="2244246"/>
                  <a:pt x="3301078" y="2250487"/>
                  <a:pt x="3361244" y="2254777"/>
                </a:cubicBezTo>
                <a:cubicBezTo>
                  <a:pt x="3430596" y="2259459"/>
                  <a:pt x="3508213" y="2314455"/>
                  <a:pt x="3489382" y="2342926"/>
                </a:cubicBezTo>
                <a:cubicBezTo>
                  <a:pt x="3457233" y="2391292"/>
                  <a:pt x="3403498" y="2367110"/>
                  <a:pt x="3355733" y="2361649"/>
                </a:cubicBezTo>
                <a:cubicBezTo>
                  <a:pt x="3301537" y="2355018"/>
                  <a:pt x="3200957" y="2341367"/>
                  <a:pt x="3199121" y="2347216"/>
                </a:cubicBezTo>
                <a:cubicBezTo>
                  <a:pt x="3163754" y="2468518"/>
                  <a:pt x="2914827" y="2362819"/>
                  <a:pt x="2861091" y="2351896"/>
                </a:cubicBezTo>
                <a:cubicBezTo>
                  <a:pt x="2794038" y="2338245"/>
                  <a:pt x="2731116" y="2363208"/>
                  <a:pt x="2667278" y="2369058"/>
                </a:cubicBezTo>
                <a:cubicBezTo>
                  <a:pt x="2610328" y="2374518"/>
                  <a:pt x="2288376" y="2391292"/>
                  <a:pt x="2221781" y="2339805"/>
                </a:cubicBezTo>
                <a:cubicBezTo>
                  <a:pt x="2212595" y="2379978"/>
                  <a:pt x="2231884" y="2396361"/>
                  <a:pt x="2247961" y="2414693"/>
                </a:cubicBezTo>
                <a:cubicBezTo>
                  <a:pt x="2270465" y="2440824"/>
                  <a:pt x="2274138" y="2459157"/>
                  <a:pt x="2231425" y="2479828"/>
                </a:cubicBezTo>
                <a:cubicBezTo>
                  <a:pt x="2109717" y="2539115"/>
                  <a:pt x="2111557" y="2541065"/>
                  <a:pt x="2224996" y="2621414"/>
                </a:cubicBezTo>
                <a:cubicBezTo>
                  <a:pt x="2230509" y="2624923"/>
                  <a:pt x="2228211" y="2636624"/>
                  <a:pt x="2229131" y="2644426"/>
                </a:cubicBezTo>
                <a:cubicBezTo>
                  <a:pt x="2199276" y="2656906"/>
                  <a:pt x="2164373" y="2625703"/>
                  <a:pt x="2129466" y="2659247"/>
                </a:cubicBezTo>
                <a:cubicBezTo>
                  <a:pt x="2281487" y="2806680"/>
                  <a:pt x="2513421" y="2842953"/>
                  <a:pt x="2723312" y="2953726"/>
                </a:cubicBezTo>
                <a:cubicBezTo>
                  <a:pt x="2553377" y="2990389"/>
                  <a:pt x="2451419" y="2862456"/>
                  <a:pt x="2326496" y="2878838"/>
                </a:cubicBezTo>
                <a:cubicBezTo>
                  <a:pt x="2264036" y="2919012"/>
                  <a:pt x="2449582" y="2983367"/>
                  <a:pt x="2272759" y="3002480"/>
                </a:cubicBezTo>
                <a:cubicBezTo>
                  <a:pt x="2349461" y="3037583"/>
                  <a:pt x="2406411" y="3071905"/>
                  <a:pt x="2459226" y="3112471"/>
                </a:cubicBezTo>
                <a:cubicBezTo>
                  <a:pt x="2553377" y="3185016"/>
                  <a:pt x="2571749" y="3232602"/>
                  <a:pt x="2528117" y="3330111"/>
                </a:cubicBezTo>
                <a:cubicBezTo>
                  <a:pt x="2499642" y="3394076"/>
                  <a:pt x="2457848" y="3452973"/>
                  <a:pt x="2494590" y="3529029"/>
                </a:cubicBezTo>
                <a:cubicBezTo>
                  <a:pt x="2520308" y="3581294"/>
                  <a:pt x="2510206" y="3615617"/>
                  <a:pt x="2414677" y="3592215"/>
                </a:cubicBezTo>
                <a:cubicBezTo>
                  <a:pt x="2311799" y="3567251"/>
                  <a:pt x="2273221" y="3614057"/>
                  <a:pt x="2298940" y="3705716"/>
                </a:cubicBezTo>
                <a:cubicBezTo>
                  <a:pt x="2315473" y="3764612"/>
                  <a:pt x="2298020" y="3782553"/>
                  <a:pt x="2227294" y="3775921"/>
                </a:cubicBezTo>
                <a:cubicBezTo>
                  <a:pt x="2149215" y="3768512"/>
                  <a:pt x="2074811" y="3729898"/>
                  <a:pt x="1978366" y="3748620"/>
                </a:cubicBezTo>
                <a:cubicBezTo>
                  <a:pt x="2055522" y="3855492"/>
                  <a:pt x="2220403" y="3825068"/>
                  <a:pt x="2310421" y="3926868"/>
                </a:cubicBezTo>
                <a:cubicBezTo>
                  <a:pt x="2202950" y="3927259"/>
                  <a:pt x="2120739" y="3926868"/>
                  <a:pt x="2041285" y="3904635"/>
                </a:cubicBezTo>
                <a:cubicBezTo>
                  <a:pt x="2008216" y="3895664"/>
                  <a:pt x="1971934" y="3886305"/>
                  <a:pt x="1953565" y="3917116"/>
                </a:cubicBezTo>
                <a:cubicBezTo>
                  <a:pt x="1931978" y="3954170"/>
                  <a:pt x="1976527" y="3968211"/>
                  <a:pt x="2003623" y="3974842"/>
                </a:cubicBezTo>
                <a:cubicBezTo>
                  <a:pt x="2079866" y="3993563"/>
                  <a:pt x="2138192" y="4038028"/>
                  <a:pt x="2201114" y="4072742"/>
                </a:cubicBezTo>
                <a:cubicBezTo>
                  <a:pt x="2339356" y="4148800"/>
                  <a:pt x="2490917" y="4212375"/>
                  <a:pt x="2608032" y="4337967"/>
                </a:cubicBezTo>
                <a:cubicBezTo>
                  <a:pt x="2460606" y="4305983"/>
                  <a:pt x="2350838" y="4231487"/>
                  <a:pt x="2213973" y="4216277"/>
                </a:cubicBezTo>
                <a:cubicBezTo>
                  <a:pt x="2332467" y="4330557"/>
                  <a:pt x="2484945" y="4405834"/>
                  <a:pt x="2629158" y="4488911"/>
                </a:cubicBezTo>
                <a:cubicBezTo>
                  <a:pt x="2670494" y="4512315"/>
                  <a:pt x="2712289" y="4528306"/>
                  <a:pt x="2721471" y="4579399"/>
                </a:cubicBezTo>
                <a:cubicBezTo>
                  <a:pt x="2739385" y="4678470"/>
                  <a:pt x="2793121" y="4760378"/>
                  <a:pt x="2907939" y="4804062"/>
                </a:cubicBezTo>
                <a:cubicBezTo>
                  <a:pt x="2908859" y="4804452"/>
                  <a:pt x="2902428" y="4819274"/>
                  <a:pt x="2898753" y="4829414"/>
                </a:cubicBezTo>
                <a:cubicBezTo>
                  <a:pt x="2828485" y="4832536"/>
                  <a:pt x="2772912" y="4774028"/>
                  <a:pt x="2683352" y="4793141"/>
                </a:cubicBezTo>
                <a:cubicBezTo>
                  <a:pt x="2769239" y="4872708"/>
                  <a:pt x="2840885" y="4944087"/>
                  <a:pt x="2962594" y="4981920"/>
                </a:cubicBezTo>
                <a:cubicBezTo>
                  <a:pt x="3059960" y="5011952"/>
                  <a:pt x="3180289" y="5029503"/>
                  <a:pt x="3251019" y="5127012"/>
                </a:cubicBezTo>
                <a:cubicBezTo>
                  <a:pt x="3168808" y="5146126"/>
                  <a:pt x="3107723" y="5121944"/>
                  <a:pt x="3046180" y="5104781"/>
                </a:cubicBezTo>
                <a:cubicBezTo>
                  <a:pt x="2952030" y="5078258"/>
                  <a:pt x="2858796" y="5048226"/>
                  <a:pt x="2764646" y="5021703"/>
                </a:cubicBezTo>
                <a:cubicBezTo>
                  <a:pt x="2728821" y="5011563"/>
                  <a:pt x="2689782" y="5004540"/>
                  <a:pt x="2666820" y="5052905"/>
                </a:cubicBezTo>
                <a:cubicBezTo>
                  <a:pt x="2786691" y="5063047"/>
                  <a:pt x="2858337" y="5128575"/>
                  <a:pt x="2933657" y="5190198"/>
                </a:cubicBezTo>
                <a:cubicBezTo>
                  <a:pt x="2975911" y="5224912"/>
                  <a:pt x="3010358" y="5271328"/>
                  <a:pt x="3086598" y="5253776"/>
                </a:cubicBezTo>
                <a:cubicBezTo>
                  <a:pt x="3126554" y="5244415"/>
                  <a:pt x="3151814" y="5270547"/>
                  <a:pt x="3147680" y="5302531"/>
                </a:cubicBezTo>
                <a:cubicBezTo>
                  <a:pt x="3132525" y="5415251"/>
                  <a:pt x="3225759" y="5454645"/>
                  <a:pt x="3322204" y="5476487"/>
                </a:cubicBezTo>
                <a:cubicBezTo>
                  <a:pt x="3504998" y="5517440"/>
                  <a:pt x="3657018" y="5613779"/>
                  <a:pt x="3834758" y="5666434"/>
                </a:cubicBezTo>
                <a:cubicBezTo>
                  <a:pt x="4007445" y="5717529"/>
                  <a:pt x="4141095" y="5838830"/>
                  <a:pt x="4314240" y="5902409"/>
                </a:cubicBezTo>
                <a:cubicBezTo>
                  <a:pt x="4439624" y="5948433"/>
                  <a:pt x="4559494" y="6007718"/>
                  <a:pt x="4688552" y="6049453"/>
                </a:cubicBezTo>
                <a:cubicBezTo>
                  <a:pt x="4993968" y="6148131"/>
                  <a:pt x="5305360" y="6227308"/>
                  <a:pt x="5634660" y="6238620"/>
                </a:cubicBezTo>
                <a:cubicBezTo>
                  <a:pt x="5906549" y="6247590"/>
                  <a:pt x="8264931" y="6239010"/>
                  <a:pt x="9222980" y="4955397"/>
                </a:cubicBezTo>
                <a:cubicBezTo>
                  <a:pt x="9241350" y="4949155"/>
                  <a:pt x="9262017" y="4932775"/>
                  <a:pt x="9268448" y="4917173"/>
                </a:cubicBezTo>
                <a:cubicBezTo>
                  <a:pt x="9299220" y="4844235"/>
                  <a:pt x="9374540" y="4812644"/>
                  <a:pt x="9442512" y="4773251"/>
                </a:cubicBezTo>
                <a:cubicBezTo>
                  <a:pt x="9502220" y="4738536"/>
                  <a:pt x="9565600" y="4702263"/>
                  <a:pt x="9590400" y="4643756"/>
                </a:cubicBezTo>
                <a:cubicBezTo>
                  <a:pt x="9623008" y="4565749"/>
                  <a:pt x="9530236" y="4629716"/>
                  <a:pt x="9513242" y="4600073"/>
                </a:cubicBezTo>
                <a:cubicBezTo>
                  <a:pt x="9548605" y="4559509"/>
                  <a:pt x="9603261" y="4522454"/>
                  <a:pt x="9617498" y="4476430"/>
                </a:cubicBezTo>
                <a:cubicBezTo>
                  <a:pt x="9669394" y="4310276"/>
                  <a:pt x="9781460" y="4189364"/>
                  <a:pt x="9949094" y="4095364"/>
                </a:cubicBezTo>
                <a:cubicBezTo>
                  <a:pt x="9997318" y="4068452"/>
                  <a:pt x="10029007" y="4019306"/>
                  <a:pt x="10094686" y="4011507"/>
                </a:cubicBezTo>
                <a:cubicBezTo>
                  <a:pt x="10240735" y="3994345"/>
                  <a:pt x="10194808" y="3860171"/>
                  <a:pt x="10271967" y="3800497"/>
                </a:cubicBezTo>
                <a:cubicBezTo>
                  <a:pt x="10286662" y="3789184"/>
                  <a:pt x="10299980" y="3766953"/>
                  <a:pt x="10297226" y="3751742"/>
                </a:cubicBezTo>
                <a:cubicBezTo>
                  <a:pt x="10293091" y="3729898"/>
                  <a:pt x="10275639" y="3709227"/>
                  <a:pt x="10260943" y="3689723"/>
                </a:cubicBezTo>
                <a:cubicBezTo>
                  <a:pt x="10245786" y="3670222"/>
                  <a:pt x="10222825" y="3653061"/>
                  <a:pt x="10233847" y="3627319"/>
                </a:cubicBezTo>
                <a:cubicBezTo>
                  <a:pt x="10238437" y="3616788"/>
                  <a:pt x="10235225" y="3580125"/>
                  <a:pt x="10269209" y="3608986"/>
                </a:cubicBezTo>
                <a:cubicBezTo>
                  <a:pt x="10362443" y="3688165"/>
                  <a:pt x="10416637" y="3613279"/>
                  <a:pt x="10496550" y="3577393"/>
                </a:cubicBezTo>
                <a:cubicBezTo>
                  <a:pt x="10432253" y="3540340"/>
                  <a:pt x="10374383" y="3514208"/>
                  <a:pt x="10364738" y="3458823"/>
                </a:cubicBezTo>
                <a:cubicBezTo>
                  <a:pt x="10344991" y="3344542"/>
                  <a:pt x="10260485" y="3292277"/>
                  <a:pt x="10132346" y="3282137"/>
                </a:cubicBezTo>
                <a:cubicBezTo>
                  <a:pt x="10179650" y="3171757"/>
                  <a:pt x="10179650" y="3171757"/>
                  <a:pt x="10026712" y="3156543"/>
                </a:cubicBezTo>
                <a:cubicBezTo>
                  <a:pt x="10085499" y="3086337"/>
                  <a:pt x="10085499" y="3068396"/>
                  <a:pt x="10014312" y="3044213"/>
                </a:cubicBezTo>
                <a:cubicBezTo>
                  <a:pt x="9945880" y="3021201"/>
                  <a:pt x="9870100" y="3013401"/>
                  <a:pt x="9806718" y="2977907"/>
                </a:cubicBezTo>
                <a:cubicBezTo>
                  <a:pt x="9865047" y="2888199"/>
                  <a:pt x="9881580" y="2784060"/>
                  <a:pt x="10001912" y="2740374"/>
                </a:cubicBezTo>
                <a:cubicBezTo>
                  <a:pt x="10020741" y="2733743"/>
                  <a:pt x="10033600" y="2706830"/>
                  <a:pt x="10021662" y="2691231"/>
                </a:cubicBezTo>
                <a:cubicBezTo>
                  <a:pt x="9978030" y="2634675"/>
                  <a:pt x="10040492" y="2527414"/>
                  <a:pt x="9904546" y="2515322"/>
                </a:cubicBezTo>
                <a:cubicBezTo>
                  <a:pt x="9887552" y="2514152"/>
                  <a:pt x="9871936" y="2502450"/>
                  <a:pt x="9885256" y="2487240"/>
                </a:cubicBezTo>
                <a:cubicBezTo>
                  <a:pt x="9931184" y="2434196"/>
                  <a:pt x="9875611" y="2437706"/>
                  <a:pt x="9842085" y="2431074"/>
                </a:cubicBezTo>
                <a:cubicBezTo>
                  <a:pt x="9801668" y="2422884"/>
                  <a:pt x="9755740" y="2446287"/>
                  <a:pt x="9718078" y="2417424"/>
                </a:cubicBezTo>
                <a:cubicBezTo>
                  <a:pt x="9726806" y="2386999"/>
                  <a:pt x="9759413" y="2387390"/>
                  <a:pt x="9782378" y="2377641"/>
                </a:cubicBezTo>
                <a:cubicBezTo>
                  <a:pt x="9849430" y="2349558"/>
                  <a:pt x="9904086" y="2316013"/>
                  <a:pt x="9907302" y="2243078"/>
                </a:cubicBezTo>
                <a:cubicBezTo>
                  <a:pt x="9909596" y="2184182"/>
                  <a:pt x="9916946" y="2132305"/>
                  <a:pt x="9824171" y="2114365"/>
                </a:cubicBezTo>
                <a:cubicBezTo>
                  <a:pt x="9785593" y="2106953"/>
                  <a:pt x="9796616" y="2064440"/>
                  <a:pt x="9818662" y="2043377"/>
                </a:cubicBezTo>
                <a:cubicBezTo>
                  <a:pt x="9858160" y="2005933"/>
                  <a:pt x="9890766" y="1956008"/>
                  <a:pt x="9958740" y="1952499"/>
                </a:cubicBezTo>
                <a:cubicBezTo>
                  <a:pt x="10000075" y="1950158"/>
                  <a:pt x="10031764" y="1934556"/>
                  <a:pt x="10064374" y="1916615"/>
                </a:cubicBezTo>
                <a:cubicBezTo>
                  <a:pt x="10087795" y="1903743"/>
                  <a:pt x="10115810" y="1892823"/>
                  <a:pt x="10113055" y="1865131"/>
                </a:cubicBezTo>
                <a:cubicBezTo>
                  <a:pt x="10110302" y="1838607"/>
                  <a:pt x="10083203" y="1827686"/>
                  <a:pt x="10055646" y="1822227"/>
                </a:cubicBezTo>
                <a:cubicBezTo>
                  <a:pt x="9963792" y="1804675"/>
                  <a:pt x="9877448" y="1778933"/>
                  <a:pt x="9800748" y="1720036"/>
                </a:cubicBezTo>
                <a:cubicBezTo>
                  <a:pt x="9851726" y="1688834"/>
                  <a:pt x="9900410" y="1666211"/>
                  <a:pt x="9938071" y="1634617"/>
                </a:cubicBezTo>
                <a:cubicBezTo>
                  <a:pt x="10029007" y="1558172"/>
                  <a:pt x="9258802" y="1317517"/>
                  <a:pt x="9220224" y="1231709"/>
                </a:cubicBezTo>
                <a:cubicBezTo>
                  <a:pt x="9208284" y="1205187"/>
                  <a:pt x="9167410" y="1177883"/>
                  <a:pt x="9133419" y="1170083"/>
                </a:cubicBezTo>
                <a:cubicBezTo>
                  <a:pt x="8974052" y="1133420"/>
                  <a:pt x="8835810" y="1051123"/>
                  <a:pt x="8672768" y="1020699"/>
                </a:cubicBezTo>
                <a:cubicBezTo>
                  <a:pt x="8518912" y="991837"/>
                  <a:pt x="8367350" y="953222"/>
                  <a:pt x="8198797" y="915000"/>
                </a:cubicBezTo>
                <a:cubicBezTo>
                  <a:pt x="8302134" y="819048"/>
                  <a:pt x="8485382" y="830361"/>
                  <a:pt x="8528095" y="691898"/>
                </a:cubicBezTo>
                <a:cubicBezTo>
                  <a:pt x="8361379" y="656013"/>
                  <a:pt x="8185937" y="696968"/>
                  <a:pt x="8025190" y="640021"/>
                </a:cubicBezTo>
                <a:cubicBezTo>
                  <a:pt x="8011411" y="634954"/>
                  <a:pt x="7992579" y="640021"/>
                  <a:pt x="7976047" y="641584"/>
                </a:cubicBezTo>
                <a:cubicBezTo>
                  <a:pt x="7644909" y="672005"/>
                  <a:pt x="7315149" y="645484"/>
                  <a:pt x="6988604" y="607260"/>
                </a:cubicBezTo>
                <a:cubicBezTo>
                  <a:pt x="6518305" y="552656"/>
                  <a:pt x="6046170" y="517941"/>
                  <a:pt x="5573116" y="493368"/>
                </a:cubicBezTo>
                <a:cubicBezTo>
                  <a:pt x="5182272" y="473086"/>
                  <a:pt x="4790511" y="464116"/>
                  <a:pt x="4401503" y="425112"/>
                </a:cubicBezTo>
                <a:cubicBezTo>
                  <a:pt x="3985401" y="383379"/>
                  <a:pt x="3569756" y="336184"/>
                  <a:pt x="3154109" y="292499"/>
                </a:cubicBezTo>
                <a:cubicBezTo>
                  <a:pt x="3135280" y="290549"/>
                  <a:pt x="3114499" y="284406"/>
                  <a:pt x="3094406" y="28396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m 2" descr="O Que é a Economia da API?. Cada dia mais e mais a nossa sociedade… | by  William Oliveira | Gerente de Produto ou Product Manager | Medium">
            <a:extLst>
              <a:ext uri="{FF2B5EF4-FFF2-40B4-BE49-F238E27FC236}">
                <a16:creationId xmlns:a16="http://schemas.microsoft.com/office/drawing/2014/main" id="{776AAF0B-CBF2-17E1-F3FC-416170909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427" y="900752"/>
            <a:ext cx="3184477" cy="3080982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614683A-9730-5F1E-D429-45D68CC848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[</a:t>
            </a:r>
            <a:fld id="{00000000-1234-1234-1234-123412341234}" type="slidenum"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27</a:t>
            </a:fld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05388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1000"/>
              </a:spcBef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APIs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pagamento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Facilita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transações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comércio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eletrônico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através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diferentes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plataformas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pagamentos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hlinkClick r:id="rId3"/>
              </a:rPr>
              <a:t>https://vindi.github.io/api-docs/dist/#/</a:t>
            </a:r>
            <a:r>
              <a:rPr lang="en-US" sz="2400" dirty="0">
                <a:solidFill>
                  <a:srgbClr val="040A24"/>
                </a:solidFill>
                <a:latin typeface="Calibri"/>
              </a:rPr>
              <a:t> </a:t>
            </a:r>
            <a:endParaRPr lang="en-US">
              <a:latin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Exemplos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práticos</a:t>
            </a:r>
            <a:endParaRPr lang="en-US" sz="4000" b="1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29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400"/>
            </a:pP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Introdução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Web</a:t>
            </a:r>
            <a:endParaRPr lang="en-US" sz="2400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Tipos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de APIs: RESTful, SOAP 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GraphQL</a:t>
            </a:r>
            <a:endParaRPr lang="en-US" sz="4000" b="1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49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RESTful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refere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-se a APIs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seguem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princípios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do REST (Representational State Transfer). São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baseadas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padrões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HTTP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utilizadas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interações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web.</a:t>
            </a:r>
            <a:endParaRPr lang="pt-BR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API RESTful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4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Uso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dos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métodos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HTTP (GET, POST, PUT, DELETE)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operações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CRUD.</a:t>
            </a:r>
            <a:endParaRPr lang="pt-BR" dirty="0"/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Curva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aprendizado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menor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Fácil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entender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implementar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  <a:endParaRPr lang="en-US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Características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 de APIs RESTful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60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SOAP (Simple Object Access Protocol) é um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protocolo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que define um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padrão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para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troca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mensagens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baseadas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XML.</a:t>
            </a:r>
          </a:p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hlinkClick r:id="rId3"/>
              </a:rPr>
              <a:t>https://www.w3schools.com/xml/xml_soap.asp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 </a:t>
            </a:r>
            <a:endParaRPr lang="en-US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API SOAP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74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708974" y="1715609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Protocolo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baseado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XML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troca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informações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Independente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linguagem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plataforma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transporte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Suporte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operações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complexas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segurança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avançada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Características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 de APIs SOAP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02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Uma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linguagem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consulta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sua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API, e um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servidor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capaz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executar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essas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consultas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retornando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apenas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dados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especificados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hlinkClick r:id="rId3"/>
              </a:rPr>
              <a:t>https://studio.apollographql.com/public/SpaceX-pxxbxen/variant/current/explorer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 </a:t>
            </a:r>
            <a:endParaRPr lang="en-US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API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GraphQL</a:t>
            </a:r>
            <a:endParaRPr lang="en-US" sz="4000" b="1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15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Permite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clientes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especifiquem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exatamente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quais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dados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querem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Eficiente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na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redução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solicitações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no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tamanho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dos dados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transferidos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Flexível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fortemente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tipada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facilitando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evolução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 das APIs.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Características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 de APIs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GraphQL</a:t>
            </a:r>
            <a:endParaRPr lang="en-US" sz="4000" b="1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846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escolha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depende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das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necessidades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especificas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do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projeto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dos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recursos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disponíveis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da expertise da equipe.</a:t>
            </a:r>
          </a:p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RESTful é popular pela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simplicidade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SOAP é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preferido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segurança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transações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complexas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enquanto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GraphQL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é ideal para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aplicações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que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requerem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dados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dinâmicos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personalizados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Escolhendo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o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tipo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certo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de API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29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400"/>
            </a:pP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Introdução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desenvolvimento</a:t>
            </a:r>
            <a:r>
              <a:rPr lang="en-US" sz="2400" dirty="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Web</a:t>
            </a:r>
            <a:endParaRPr lang="en-US" sz="2400" i="0" u="none" strike="noStrike" cap="none" dirty="0">
              <a:solidFill>
                <a:srgbClr val="A5A5A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Verbos HTTP: GET, POST, PATCH, PUT e DELETE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27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Em APIs RESTful,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verbos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HTTP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têm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 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papéis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específicos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que se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alinham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com as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operações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CRUD. </a:t>
            </a:r>
            <a:endParaRPr lang="pt-BR"/>
          </a:p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Esta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abordagem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padronizada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permite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que as APIs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sejam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intuitivas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previsíveis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facilitando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interação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entre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diferentes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sistemas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aplicações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  <a:endParaRPr lang="en-US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Verbos HTTP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em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APIs RESTful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05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GET para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leitura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POST para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criação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, PUT/PATCH para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atualização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e DELETE para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remoção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  <a:endParaRPr lang="pt-BR" dirty="0"/>
          </a:p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Essas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convenções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são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fundamentais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para o design de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API RESTful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bem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projetada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Convenções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RESTful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37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967981" y="2574161"/>
            <a:ext cx="6965926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1">
              <a:buSzPts val="1600"/>
            </a:pPr>
            <a:r>
              <a:rPr lang="en-US" sz="2400" b="0" i="0" u="none" strike="noStrike" cap="none" dirty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Fórum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/Artigos</a:t>
            </a: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 </a:t>
            </a:r>
            <a:r>
              <a:rPr lang="en-US" sz="2400" dirty="0">
                <a:solidFill>
                  <a:srgbClr val="EA4E60"/>
                </a:solidFill>
                <a:ea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https://web.dio.me/articles</a:t>
            </a:r>
            <a:endParaRPr lang="pt-BR" sz="2400" b="0" i="0" u="none" strike="noStrike" cap="none" dirty="0">
              <a:solidFill>
                <a:srgbClr val="EA4E60"/>
              </a:solidFill>
              <a:ea typeface="Calibri"/>
              <a:cs typeface="Calibri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097377" y="1284651"/>
            <a:ext cx="6833892" cy="94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</a:t>
            </a: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lang="en-US"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0E80D14-D1AD-4C74-8489-88CB3A8727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dirty="0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91FD774-FCC0-2335-12E4-EA5E56375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Exemplo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</a:rPr>
              <a:t>código</a:t>
            </a:r>
            <a:r>
              <a:rPr lang="en-US" sz="4000" b="1" dirty="0">
                <a:solidFill>
                  <a:srgbClr val="EA4E60"/>
                </a:solidFill>
                <a:latin typeface="Century Gothic"/>
              </a:rPr>
              <a:t>: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dirty="0"/>
              <a:t>[</a:t>
            </a:r>
            <a:fld id="{00000000-1234-1234-1234-123412341234}" type="slidenum">
              <a:rPr lang="en-US" dirty="0">
                <a:solidFill>
                  <a:srgbClr val="EA4E60"/>
                </a:solidFill>
              </a:rPr>
              <a:t>41</a:t>
            </a:fld>
            <a:r>
              <a:rPr lang="en-US" dirty="0"/>
              <a:t>]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A84542-D761-51B2-FFDB-AEB02D45A80A}"/>
              </a:ext>
            </a:extLst>
          </p:cNvPr>
          <p:cNvSpPr/>
          <p:nvPr/>
        </p:nvSpPr>
        <p:spPr>
          <a:xfrm>
            <a:off x="558978" y="1640410"/>
            <a:ext cx="6556075" cy="2986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cs typeface="Calibri"/>
              </a:rPr>
              <a:t>Insira sua imagem dentro deste espaço</a:t>
            </a:r>
          </a:p>
          <a:p>
            <a:pPr algn="ctr"/>
            <a:r>
              <a:rPr lang="pt-BR" sz="2400" dirty="0">
                <a:cs typeface="Calibri"/>
              </a:rPr>
              <a:t>(retire o retângulo azul, ele deverá ser utilizado somente para referência)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89027DC-2C17-5AF5-FCA5-4FEC7DA0CBF9}"/>
              </a:ext>
            </a:extLst>
          </p:cNvPr>
          <p:cNvSpPr/>
          <p:nvPr/>
        </p:nvSpPr>
        <p:spPr>
          <a:xfrm>
            <a:off x="7509451" y="3458193"/>
            <a:ext cx="1541971" cy="15743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cs typeface="Arial"/>
              </a:rPr>
              <a:t>WEBCAM</a:t>
            </a:r>
            <a:endParaRPr lang="pt-BR"/>
          </a:p>
        </p:txBody>
      </p:sp>
      <p:pic>
        <p:nvPicPr>
          <p:cNvPr id="6" name="Imagem 3">
            <a:extLst>
              <a:ext uri="{FF2B5EF4-FFF2-40B4-BE49-F238E27FC236}">
                <a16:creationId xmlns:a16="http://schemas.microsoft.com/office/drawing/2014/main" id="{37CFC422-BCBB-B2F3-253D-8D8CEAEBB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6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C5703FE1FFEE4FA9A1AD8E22667C79" ma:contentTypeVersion="17" ma:contentTypeDescription="Create a new document." ma:contentTypeScope="" ma:versionID="e3b41f82ccdbee0dcdd2639583781b6f">
  <xsd:schema xmlns:xsd="http://www.w3.org/2001/XMLSchema" xmlns:xs="http://www.w3.org/2001/XMLSchema" xmlns:p="http://schemas.microsoft.com/office/2006/metadata/properties" xmlns:ns2="b16f2981-ed04-4161-848e-037de0af3ee7" xmlns:ns3="19483571-f922-4e8e-9c1c-26f0a2252132" targetNamespace="http://schemas.microsoft.com/office/2006/metadata/properties" ma:root="true" ma:fieldsID="59ffc793e77c93ff657e5af1cfd113ae" ns2:_="" ns3:_="">
    <xsd:import namespace="b16f2981-ed04-4161-848e-037de0af3ee7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6f2981-ed04-4161-848e-037de0af3e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d3083f2-3621-495a-9560-ebc10d59feea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9483571-f922-4e8e-9c1c-26f0a2252132" xsi:nil="true"/>
    <lcf76f155ced4ddcb4097134ff3c332f xmlns="b16f2981-ed04-4161-848e-037de0af3ee7">
      <Terms xmlns="http://schemas.microsoft.com/office/infopath/2007/PartnerControls"/>
    </lcf76f155ced4ddcb4097134ff3c332f>
    <SharedWithUsers xmlns="19483571-f922-4e8e-9c1c-26f0a2252132">
      <UserInfo>
        <DisplayName/>
        <AccountId xsi:nil="true"/>
        <AccountType/>
      </UserInfo>
    </SharedWithUsers>
    <MediaLengthInSeconds xmlns="b16f2981-ed04-4161-848e-037de0af3ee7" xsi:nil="true"/>
  </documentManagement>
</p:properties>
</file>

<file path=customXml/itemProps1.xml><?xml version="1.0" encoding="utf-8"?>
<ds:datastoreItem xmlns:ds="http://schemas.openxmlformats.org/officeDocument/2006/customXml" ds:itemID="{CD9435A6-8B40-4E28-B997-4F5170B225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6f2981-ed04-4161-848e-037de0af3ee7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  <ds:schemaRef ds:uri="b16f2981-ed04-4161-848e-037de0af3ee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1345</Words>
  <Application>Microsoft Office PowerPoint</Application>
  <PresentationFormat>Apresentação na tela (16:9)</PresentationFormat>
  <Paragraphs>142</Paragraphs>
  <Slides>41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Calibri Light</vt:lpstr>
      <vt:lpstr>Century Gothic</vt:lpstr>
      <vt:lpstr>Calibri</vt:lpstr>
      <vt:lpstr>Wingdings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Anderson Carlos</cp:lastModifiedBy>
  <cp:revision>1470</cp:revision>
  <dcterms:modified xsi:type="dcterms:W3CDTF">2024-06-27T22:29:24Z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0x01010079C5703FE1FFEE4FA9A1AD8E22667C79</vt:lpwstr>
  </property>
  <property fmtid="{D5CDD505-2E9C-101B-9397-08002B2CF9AE}" pid="3" name="MediaServiceImageTags">
    <vt:lpwstr/>
  </property>
  <property fmtid="{D5CDD505-2E9C-101B-9397-08002B2CF9AE}" pid="4" name="Order">
    <vt:r8>12000</vt:r8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activity">
    <vt:lpwstr>{"FileActivityType":"9","FileActivityTimeStamp":"2024-03-25T18:51:09.560Z","FileActivityUsersOnPage":[{"DisplayName":"Patrick Lima","Id":"patrick.lima@dio.me"}],"FileActivityNavigationId":null}</vt:lpwstr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